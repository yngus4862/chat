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9" r:id="rId3"/>
    <p:sldId id="287" r:id="rId4"/>
    <p:sldId id="28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인우 백" initials="인백" lastIdx="1" clrIdx="0">
    <p:extLst>
      <p:ext uri="{19B8F6BF-5375-455C-9EA6-DF929625EA0E}">
        <p15:presenceInfo xmlns:p15="http://schemas.microsoft.com/office/powerpoint/2012/main" userId="c402f1c553ca87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CFD5EA"/>
    <a:srgbClr val="4472C4"/>
    <a:srgbClr val="E9EBF5"/>
    <a:srgbClr val="A95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7" autoAdjust="0"/>
    <p:restoredTop sz="94660"/>
  </p:normalViewPr>
  <p:slideViewPr>
    <p:cSldViewPr snapToGrid="0">
      <p:cViewPr>
        <p:scale>
          <a:sx n="100" d="100"/>
          <a:sy n="100" d="100"/>
        </p:scale>
        <p:origin x="25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1CDD3-121C-458C-B9DD-63598F64C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3FE1CB-6405-4BB9-9055-4C638F2AE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B2DB59-6048-473D-84F9-FF02804F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43B3B-0097-467C-9411-7D713320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6B4A4A-10B8-4FEF-8124-97B5545B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6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3F6B4-556D-4E1A-B15A-EB035D96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9D2CC-5061-47EC-9E33-0FCBED74F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9F56F-AE82-4A40-9E8C-9D5AA333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919ED-71F3-45A3-A359-3895A58A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E95D4A-CBC4-47AA-B6D1-FB23CD24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17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81644-7034-4311-AE84-DB5B1609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8D807E-500D-4486-A595-9DE21C9CB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E55DC-DB5E-4BD5-872B-09C9BB52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74D4A-FE89-45BF-90AB-8D81764E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3A94EE-815C-4F9D-B5E6-9C48CE67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3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F25E3-11D3-433F-A8C0-D503AD27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EAFFBD-A757-4DD6-86DC-68B7F3B89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0A77CF-D4B5-4B3B-9FF2-D7377237D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AFE79F-CBF7-47BA-84C6-85E22543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1AC715-A7AF-45F3-9BF0-54B9E0A4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30197-1B8C-4DDC-9495-95CDA495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26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74C65-AB3A-4680-A586-FBAC91756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6EF4B5-CB96-410D-96D7-6067EC1F5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E12DD9-2FCD-4D90-88FB-70C0B2B0A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6BEFA1-29E2-4D13-89FC-B3AC221B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8FEF20-BA5A-44C0-BDA8-EA0F3FF82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5C57FA-917E-42E2-8C82-9D16E1FA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76F418-C30A-42B2-BFA6-3E4EB771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50E66A-1A21-4DB0-BD2C-BD429F82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11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3A9F3-893D-4B5D-AE23-19E37D11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60534A-C6E3-4AE1-A678-A8A3328D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C27F65-86A7-4104-BD5E-223C5EBC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C89C6B-4E75-4B4D-8915-A728F85D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54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7E6EC4-B49D-4955-954F-45DF3885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BE9F85-5A74-4A66-81AF-187D821E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71A43-8296-4F28-893E-1A32202D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2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C94AE-B882-466F-BBEC-120FFFDD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041C00-2C37-49B3-B184-E0F1AF14A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0E3A37-C4C7-4F83-88C0-A595D5CFB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4BB43-2FAF-4B0C-865F-B716AC6D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DCC885-16DD-4BFF-BFA3-2827BD04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2BC7E5-0466-44DA-B3BB-63AC99BD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62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FA34E-87D8-411E-AF86-D4F33B3A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C32535-82EB-4024-B151-7B98F50BA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7C637F-A487-4EE6-AC61-B0D35DCDB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9F2D3F-D5CA-4369-B10D-C5C55E7A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6FED1B-F194-4B00-AFA2-FCB3D1CB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1BDD4-183C-475E-B072-B4A6C1EE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52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030DD-68BF-4BDB-A6A1-12322EC9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5A0B4B-3E7F-436B-90DD-FECFD8F02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8D8ACE-F1E5-4646-8E66-A01AF5BB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28C2FA-5D5C-4154-BAAA-1380F11B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3FF81-56F3-4BC1-B5BE-68277196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113721-06AC-48E5-A761-857DD8B10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8B9109-A526-48BA-B550-E0ACDB1D1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507E61-0A8B-4183-A558-17CBB5B9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10C707-9EC7-4660-AFD7-29056643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C6183-B90F-4A16-92F1-6BFF29D3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4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0AA24-1E7B-4C43-A133-B8A7E399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7582F8-45BC-4446-A9C7-297F1A90B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0A86B8-5DB1-4E5B-AAB2-F8ABB00B6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999C2-0EB2-4C47-9194-9800F87B6A4D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313A0B-EC7A-40F4-BB58-38A6E5870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DF9211-2B24-4E80-BCD6-3E88B0FFA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9982C-810F-4915-9D25-589A00BAA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19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75A6754-18F1-4FD3-A7A8-3930B666EC20}"/>
              </a:ext>
            </a:extLst>
          </p:cNvPr>
          <p:cNvSpPr txBox="1"/>
          <p:nvPr/>
        </p:nvSpPr>
        <p:spPr>
          <a:xfrm>
            <a:off x="248130" y="756284"/>
            <a:ext cx="3947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en-US" altLang="ko-KR" sz="1100" b="1" kern="0" dirty="0">
                <a:latin typeface="+mn-ea"/>
              </a:rPr>
              <a:t>1-1. </a:t>
            </a:r>
            <a:r>
              <a:rPr lang="ko-KR" altLang="en-US" sz="1100" b="1" kern="0" dirty="0">
                <a:latin typeface="+mn-ea"/>
              </a:rPr>
              <a:t>시스템 설계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3C4FE7-B2E6-4683-8482-5778E6F4338A}"/>
              </a:ext>
            </a:extLst>
          </p:cNvPr>
          <p:cNvSpPr/>
          <p:nvPr/>
        </p:nvSpPr>
        <p:spPr>
          <a:xfrm>
            <a:off x="0" y="0"/>
            <a:ext cx="12185978" cy="679849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9DC1F-1084-406E-B88B-B813A477632B}"/>
              </a:ext>
            </a:extLst>
          </p:cNvPr>
          <p:cNvSpPr txBox="1"/>
          <p:nvPr/>
        </p:nvSpPr>
        <p:spPr>
          <a:xfrm>
            <a:off x="734393" y="252613"/>
            <a:ext cx="260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400" b="1" kern="0" dirty="0">
                <a:latin typeface="+mn-ea"/>
              </a:rPr>
              <a:t>메시징 시스템 구축</a:t>
            </a:r>
            <a:endParaRPr lang="en-US" altLang="ko-KR" sz="1400" b="1" kern="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1C9A6-6BA2-439B-9DBF-01AD52530C9E}"/>
              </a:ext>
            </a:extLst>
          </p:cNvPr>
          <p:cNvSpPr txBox="1"/>
          <p:nvPr/>
        </p:nvSpPr>
        <p:spPr>
          <a:xfrm>
            <a:off x="152399" y="104589"/>
            <a:ext cx="679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01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E614AA-A91D-432C-BEE4-F1F9FC0E9BEA}"/>
              </a:ext>
            </a:extLst>
          </p:cNvPr>
          <p:cNvCxnSpPr>
            <a:cxnSpLocks/>
          </p:cNvCxnSpPr>
          <p:nvPr/>
        </p:nvCxnSpPr>
        <p:spPr>
          <a:xfrm flipV="1">
            <a:off x="11921089" y="252614"/>
            <a:ext cx="0" cy="30777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9D76D0-45F3-43E6-B572-D228E7E05BC9}"/>
              </a:ext>
            </a:extLst>
          </p:cNvPr>
          <p:cNvSpPr/>
          <p:nvPr/>
        </p:nvSpPr>
        <p:spPr>
          <a:xfrm rot="16200000">
            <a:off x="6038850" y="727261"/>
            <a:ext cx="114300" cy="1219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1BCB1DE-76EB-4205-8276-FA34A6D190E8}"/>
              </a:ext>
            </a:extLst>
          </p:cNvPr>
          <p:cNvGrpSpPr/>
          <p:nvPr/>
        </p:nvGrpSpPr>
        <p:grpSpPr>
          <a:xfrm>
            <a:off x="401319" y="1049790"/>
            <a:ext cx="3566160" cy="566928"/>
            <a:chOff x="401319" y="1049790"/>
            <a:chExt cx="3566160" cy="566928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A02B3D6C-F67D-4B72-A045-FCF4D1D6F73C}"/>
                </a:ext>
              </a:extLst>
            </p:cNvPr>
            <p:cNvSpPr/>
            <p:nvPr/>
          </p:nvSpPr>
          <p:spPr>
            <a:xfrm>
              <a:off x="40131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27" name="Text 2">
              <a:extLst>
                <a:ext uri="{FF2B5EF4-FFF2-40B4-BE49-F238E27FC236}">
                  <a16:creationId xmlns:a16="http://schemas.microsoft.com/office/drawing/2014/main" id="{B5B0D2D1-E5B7-492F-A315-F7E2A86D72CE}"/>
                </a:ext>
              </a:extLst>
            </p:cNvPr>
            <p:cNvSpPr/>
            <p:nvPr/>
          </p:nvSpPr>
          <p:spPr>
            <a:xfrm>
              <a:off x="51104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Windows C#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3F90C8-F8B8-4913-B7C1-E3BD1397C8FE}"/>
              </a:ext>
            </a:extLst>
          </p:cNvPr>
          <p:cNvGrpSpPr/>
          <p:nvPr/>
        </p:nvGrpSpPr>
        <p:grpSpPr>
          <a:xfrm>
            <a:off x="4196079" y="1049790"/>
            <a:ext cx="3566160" cy="566928"/>
            <a:chOff x="4196079" y="1049790"/>
            <a:chExt cx="3566160" cy="566928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E31F9A09-9D74-4841-808A-3B7C3603C47C}"/>
                </a:ext>
              </a:extLst>
            </p:cNvPr>
            <p:cNvSpPr/>
            <p:nvPr/>
          </p:nvSpPr>
          <p:spPr>
            <a:xfrm>
              <a:off x="419607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11CBE6FD-7585-4796-B67E-2CCA10FC5129}"/>
                </a:ext>
              </a:extLst>
            </p:cNvPr>
            <p:cNvSpPr/>
            <p:nvPr/>
          </p:nvSpPr>
          <p:spPr>
            <a:xfrm>
              <a:off x="430580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Android Java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43B605-B05C-4023-BB79-96F8D4DCE54E}"/>
              </a:ext>
            </a:extLst>
          </p:cNvPr>
          <p:cNvGrpSpPr/>
          <p:nvPr/>
        </p:nvGrpSpPr>
        <p:grpSpPr>
          <a:xfrm>
            <a:off x="7990839" y="1049790"/>
            <a:ext cx="3566160" cy="566928"/>
            <a:chOff x="7990839" y="1049790"/>
            <a:chExt cx="3566160" cy="566928"/>
          </a:xfrm>
        </p:grpSpPr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2BBC2A87-DF9F-4474-9B2C-42CCA402FE9F}"/>
                </a:ext>
              </a:extLst>
            </p:cNvPr>
            <p:cNvSpPr/>
            <p:nvPr/>
          </p:nvSpPr>
          <p:spPr>
            <a:xfrm>
              <a:off x="799083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82A1B676-9494-42D6-8170-98D41E413366}"/>
                </a:ext>
              </a:extLst>
            </p:cNvPr>
            <p:cNvSpPr/>
            <p:nvPr/>
          </p:nvSpPr>
          <p:spPr>
            <a:xfrm>
              <a:off x="810056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iOS Swift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B559A1-3839-41CF-994F-524524927C32}"/>
              </a:ext>
            </a:extLst>
          </p:cNvPr>
          <p:cNvGrpSpPr/>
          <p:nvPr/>
        </p:nvGrpSpPr>
        <p:grpSpPr>
          <a:xfrm>
            <a:off x="2047239" y="1936758"/>
            <a:ext cx="7863840" cy="713232"/>
            <a:chOff x="2138679" y="2556347"/>
            <a:chExt cx="7863840" cy="713232"/>
          </a:xfrm>
        </p:grpSpPr>
        <p:sp>
          <p:nvSpPr>
            <p:cNvPr id="106" name="Shape 7">
              <a:extLst>
                <a:ext uri="{FF2B5EF4-FFF2-40B4-BE49-F238E27FC236}">
                  <a16:creationId xmlns:a16="http://schemas.microsoft.com/office/drawing/2014/main" id="{C0393E01-BCBC-4418-BB37-02EC9516F33F}"/>
                </a:ext>
              </a:extLst>
            </p:cNvPr>
            <p:cNvSpPr/>
            <p:nvPr/>
          </p:nvSpPr>
          <p:spPr>
            <a:xfrm>
              <a:off x="2138679" y="2556347"/>
              <a:ext cx="7863840" cy="713232"/>
            </a:xfrm>
            <a:prstGeom prst="roundRect">
              <a:avLst/>
            </a:prstGeom>
            <a:solidFill>
              <a:srgbClr val="E8F0FE"/>
            </a:solidFill>
            <a:ln w="15240">
              <a:solidFill>
                <a:srgbClr val="3B6FB6"/>
              </a:solidFill>
              <a:prstDash val="solid"/>
            </a:ln>
          </p:spPr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7A4C341-3BF4-40E5-888F-BD8F821BC608}"/>
                </a:ext>
              </a:extLst>
            </p:cNvPr>
            <p:cNvGrpSpPr/>
            <p:nvPr/>
          </p:nvGrpSpPr>
          <p:grpSpPr>
            <a:xfrm>
              <a:off x="2248407" y="2603622"/>
              <a:ext cx="7644384" cy="618683"/>
              <a:chOff x="2248407" y="2557261"/>
              <a:chExt cx="7644384" cy="618683"/>
            </a:xfrm>
          </p:grpSpPr>
          <p:sp>
            <p:nvSpPr>
              <p:cNvPr id="107" name="Text 8">
                <a:extLst>
                  <a:ext uri="{FF2B5EF4-FFF2-40B4-BE49-F238E27FC236}">
                    <a16:creationId xmlns:a16="http://schemas.microsoft.com/office/drawing/2014/main" id="{CE4AEF48-C02E-464E-9D42-78B5FCC97BE4}"/>
                  </a:ext>
                </a:extLst>
              </p:cNvPr>
              <p:cNvSpPr/>
              <p:nvPr/>
            </p:nvSpPr>
            <p:spPr>
              <a:xfrm>
                <a:off x="2248407" y="2557261"/>
                <a:ext cx="7644384" cy="39227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Reverse Proxy (Nginx)</a:t>
                </a:r>
                <a:endParaRPr lang="en-US" sz="1400" dirty="0"/>
              </a:p>
            </p:txBody>
          </p:sp>
          <p:sp>
            <p:nvSpPr>
              <p:cNvPr id="108" name="Text 9">
                <a:extLst>
                  <a:ext uri="{FF2B5EF4-FFF2-40B4-BE49-F238E27FC236}">
                    <a16:creationId xmlns:a16="http://schemas.microsoft.com/office/drawing/2014/main" id="{BD36A981-4E41-4FB2-B06C-6080B7672A5E}"/>
                  </a:ext>
                </a:extLst>
              </p:cNvPr>
              <p:cNvSpPr/>
              <p:nvPr/>
            </p:nvSpPr>
            <p:spPr>
              <a:xfrm>
                <a:off x="2248407" y="2876387"/>
                <a:ext cx="7644384" cy="29955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TLS 종료 · 라우팅 · 업로드 제한</a:t>
                </a:r>
                <a:endParaRPr lang="en-US" sz="1000" dirty="0"/>
              </a:p>
            </p:txBody>
          </p:sp>
        </p:grpSp>
      </p:grp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133B95F-5F9B-4ACE-8F2F-0A75935B02CE}"/>
              </a:ext>
            </a:extLst>
          </p:cNvPr>
          <p:cNvCxnSpPr>
            <a:stCxn id="35" idx="2"/>
            <a:endCxn id="106" idx="0"/>
          </p:cNvCxnSpPr>
          <p:nvPr/>
        </p:nvCxnSpPr>
        <p:spPr>
          <a:xfrm>
            <a:off x="597915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11">
            <a:extLst>
              <a:ext uri="{FF2B5EF4-FFF2-40B4-BE49-F238E27FC236}">
                <a16:creationId xmlns:a16="http://schemas.microsoft.com/office/drawing/2014/main" id="{7C560C88-EC79-47C4-B43A-1B8375C80B5E}"/>
              </a:ext>
            </a:extLst>
          </p:cNvPr>
          <p:cNvSpPr/>
          <p:nvPr/>
        </p:nvSpPr>
        <p:spPr>
          <a:xfrm>
            <a:off x="734393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(REST)</a:t>
            </a:r>
            <a:endParaRPr lang="en-US" sz="900" dirty="0"/>
          </a:p>
        </p:txBody>
      </p:sp>
      <p:sp>
        <p:nvSpPr>
          <p:cNvPr id="112" name="Text 13">
            <a:extLst>
              <a:ext uri="{FF2B5EF4-FFF2-40B4-BE49-F238E27FC236}">
                <a16:creationId xmlns:a16="http://schemas.microsoft.com/office/drawing/2014/main" id="{0AC5A3FA-1025-4C60-8CFB-E07A4D7CBF77}"/>
              </a:ext>
            </a:extLst>
          </p:cNvPr>
          <p:cNvSpPr/>
          <p:nvPr/>
        </p:nvSpPr>
        <p:spPr>
          <a:xfrm>
            <a:off x="4478019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(Realtime)</a:t>
            </a:r>
            <a:endParaRPr lang="en-US" sz="900" dirty="0"/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1E729F70-D8EC-40CF-A89F-B76398F4712A}"/>
              </a:ext>
            </a:extLst>
          </p:cNvPr>
          <p:cNvSpPr/>
          <p:nvPr/>
        </p:nvSpPr>
        <p:spPr>
          <a:xfrm>
            <a:off x="7929243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(APNs/FCM/Windows)</a:t>
            </a:r>
            <a:endParaRPr lang="en-US" sz="900" dirty="0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20D497BE-42DC-4C36-88A0-B91B73E9AE3A}"/>
              </a:ext>
            </a:extLst>
          </p:cNvPr>
          <p:cNvCxnSpPr>
            <a:cxnSpLocks/>
          </p:cNvCxnSpPr>
          <p:nvPr/>
        </p:nvCxnSpPr>
        <p:spPr>
          <a:xfrm>
            <a:off x="977391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7F36E56-5A73-4C87-9D50-AB16D90BB08B}"/>
              </a:ext>
            </a:extLst>
          </p:cNvPr>
          <p:cNvCxnSpPr>
            <a:cxnSpLocks/>
          </p:cNvCxnSpPr>
          <p:nvPr/>
        </p:nvCxnSpPr>
        <p:spPr>
          <a:xfrm>
            <a:off x="218439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650ACF2-36CF-4634-B8B6-CE8342BF9127}"/>
              </a:ext>
            </a:extLst>
          </p:cNvPr>
          <p:cNvGrpSpPr/>
          <p:nvPr/>
        </p:nvGrpSpPr>
        <p:grpSpPr>
          <a:xfrm>
            <a:off x="401319" y="2899103"/>
            <a:ext cx="3566160" cy="566928"/>
            <a:chOff x="401319" y="2971507"/>
            <a:chExt cx="3566160" cy="566928"/>
          </a:xfrm>
        </p:grpSpPr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FA61A7DB-E740-4CE3-9374-30F905713DEA}"/>
                </a:ext>
              </a:extLst>
            </p:cNvPr>
            <p:cNvSpPr/>
            <p:nvPr/>
          </p:nvSpPr>
          <p:spPr>
            <a:xfrm>
              <a:off x="40131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3949AA7-A878-4534-BB3A-BBDFE89E3232}"/>
                </a:ext>
              </a:extLst>
            </p:cNvPr>
            <p:cNvGrpSpPr/>
            <p:nvPr/>
          </p:nvGrpSpPr>
          <p:grpSpPr>
            <a:xfrm>
              <a:off x="511047" y="3016587"/>
              <a:ext cx="3346704" cy="476768"/>
              <a:chOff x="511047" y="3044659"/>
              <a:chExt cx="3346704" cy="476768"/>
            </a:xfrm>
          </p:grpSpPr>
          <p:sp>
            <p:nvSpPr>
              <p:cNvPr id="118" name="Text 17">
                <a:extLst>
                  <a:ext uri="{FF2B5EF4-FFF2-40B4-BE49-F238E27FC236}">
                    <a16:creationId xmlns:a16="http://schemas.microsoft.com/office/drawing/2014/main" id="{A13EEA22-5D56-4830-BC45-3EAF73848A5A}"/>
                  </a:ext>
                </a:extLst>
              </p:cNvPr>
              <p:cNvSpPr/>
              <p:nvPr/>
            </p:nvSpPr>
            <p:spPr>
              <a:xfrm>
                <a:off x="51104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Auth/IdP</a:t>
                </a:r>
                <a:endParaRPr lang="en-US" sz="1300" dirty="0"/>
              </a:p>
            </p:txBody>
          </p:sp>
          <p:sp>
            <p:nvSpPr>
              <p:cNvPr id="119" name="Text 18">
                <a:extLst>
                  <a:ext uri="{FF2B5EF4-FFF2-40B4-BE49-F238E27FC236}">
                    <a16:creationId xmlns:a16="http://schemas.microsoft.com/office/drawing/2014/main" id="{822B23B2-3427-4E9F-91F3-8EFB8AF35334}"/>
                  </a:ext>
                </a:extLst>
              </p:cNvPr>
              <p:cNvSpPr/>
              <p:nvPr/>
            </p:nvSpPr>
            <p:spPr>
              <a:xfrm>
                <a:off x="51104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(Keycloak)</a:t>
                </a:r>
                <a:endParaRPr lang="en-US" sz="1000" dirty="0"/>
              </a:p>
            </p:txBody>
          </p:sp>
        </p:grp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528721C-6E8A-4F30-A76A-B8A9B8F069AC}"/>
              </a:ext>
            </a:extLst>
          </p:cNvPr>
          <p:cNvGrpSpPr/>
          <p:nvPr/>
        </p:nvGrpSpPr>
        <p:grpSpPr>
          <a:xfrm>
            <a:off x="4196079" y="2899103"/>
            <a:ext cx="3566160" cy="566928"/>
            <a:chOff x="4196079" y="2971507"/>
            <a:chExt cx="3566160" cy="566928"/>
          </a:xfrm>
        </p:grpSpPr>
        <p:sp>
          <p:nvSpPr>
            <p:cNvPr id="120" name="Shape 19">
              <a:extLst>
                <a:ext uri="{FF2B5EF4-FFF2-40B4-BE49-F238E27FC236}">
                  <a16:creationId xmlns:a16="http://schemas.microsoft.com/office/drawing/2014/main" id="{FAAC09D8-7A5A-4211-9C4E-D390225D6AB8}"/>
                </a:ext>
              </a:extLst>
            </p:cNvPr>
            <p:cNvSpPr/>
            <p:nvPr/>
          </p:nvSpPr>
          <p:spPr>
            <a:xfrm>
              <a:off x="419607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407E748-66C4-4E04-A49D-1897031B097D}"/>
                </a:ext>
              </a:extLst>
            </p:cNvPr>
            <p:cNvGrpSpPr/>
            <p:nvPr/>
          </p:nvGrpSpPr>
          <p:grpSpPr>
            <a:xfrm>
              <a:off x="4305807" y="3016587"/>
              <a:ext cx="3346704" cy="476768"/>
              <a:chOff x="4305807" y="3044659"/>
              <a:chExt cx="3346704" cy="476768"/>
            </a:xfrm>
          </p:grpSpPr>
          <p:sp>
            <p:nvSpPr>
              <p:cNvPr id="121" name="Text 20">
                <a:extLst>
                  <a:ext uri="{FF2B5EF4-FFF2-40B4-BE49-F238E27FC236}">
                    <a16:creationId xmlns:a16="http://schemas.microsoft.com/office/drawing/2014/main" id="{65D373F6-0FED-4020-AE63-968DF5426481}"/>
                  </a:ext>
                </a:extLst>
              </p:cNvPr>
              <p:cNvSpPr/>
              <p:nvPr/>
            </p:nvSpPr>
            <p:spPr>
              <a:xfrm>
                <a:off x="430580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Chat API</a:t>
                </a:r>
                <a:endParaRPr lang="en-US" sz="1300" dirty="0"/>
              </a:p>
            </p:txBody>
          </p:sp>
          <p:sp>
            <p:nvSpPr>
              <p:cNvPr id="122" name="Text 21">
                <a:extLst>
                  <a:ext uri="{FF2B5EF4-FFF2-40B4-BE49-F238E27FC236}">
                    <a16:creationId xmlns:a16="http://schemas.microsoft.com/office/drawing/2014/main" id="{877D34C0-31CB-4F29-AABE-4DA1B17D7C2F}"/>
                  </a:ext>
                </a:extLst>
              </p:cNvPr>
              <p:cNvSpPr/>
              <p:nvPr/>
            </p:nvSpPr>
            <p:spPr>
              <a:xfrm>
                <a:off x="430580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(REST)</a:t>
                </a:r>
                <a:endParaRPr lang="en-US" sz="1000" dirty="0"/>
              </a:p>
            </p:txBody>
          </p:sp>
        </p:grp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47AEC23-709F-4648-813F-98487C260734}"/>
              </a:ext>
            </a:extLst>
          </p:cNvPr>
          <p:cNvGrpSpPr/>
          <p:nvPr/>
        </p:nvGrpSpPr>
        <p:grpSpPr>
          <a:xfrm>
            <a:off x="7990839" y="2899103"/>
            <a:ext cx="3566160" cy="566928"/>
            <a:chOff x="7990839" y="2971507"/>
            <a:chExt cx="3566160" cy="566928"/>
          </a:xfrm>
        </p:grpSpPr>
        <p:sp>
          <p:nvSpPr>
            <p:cNvPr id="123" name="Shape 22">
              <a:extLst>
                <a:ext uri="{FF2B5EF4-FFF2-40B4-BE49-F238E27FC236}">
                  <a16:creationId xmlns:a16="http://schemas.microsoft.com/office/drawing/2014/main" id="{52670089-860A-4FA9-B218-70CC11F9619E}"/>
                </a:ext>
              </a:extLst>
            </p:cNvPr>
            <p:cNvSpPr/>
            <p:nvPr/>
          </p:nvSpPr>
          <p:spPr>
            <a:xfrm>
              <a:off x="799083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8FB538A-23A2-400B-81C2-EE5A2B3115D8}"/>
                </a:ext>
              </a:extLst>
            </p:cNvPr>
            <p:cNvGrpSpPr/>
            <p:nvPr/>
          </p:nvGrpSpPr>
          <p:grpSpPr>
            <a:xfrm>
              <a:off x="8100567" y="3016587"/>
              <a:ext cx="3346704" cy="476768"/>
              <a:chOff x="8100567" y="3044659"/>
              <a:chExt cx="3346704" cy="476768"/>
            </a:xfrm>
          </p:grpSpPr>
          <p:sp>
            <p:nvSpPr>
              <p:cNvPr id="124" name="Text 23">
                <a:extLst>
                  <a:ext uri="{FF2B5EF4-FFF2-40B4-BE49-F238E27FC236}">
                    <a16:creationId xmlns:a16="http://schemas.microsoft.com/office/drawing/2014/main" id="{35388FCF-A3E6-4C47-8C7F-F669939CF8F3}"/>
                  </a:ext>
                </a:extLst>
              </p:cNvPr>
              <p:cNvSpPr/>
              <p:nvPr/>
            </p:nvSpPr>
            <p:spPr>
              <a:xfrm>
                <a:off x="810056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Realtime Gateway</a:t>
                </a:r>
                <a:endParaRPr lang="en-US" sz="1300" dirty="0"/>
              </a:p>
            </p:txBody>
          </p:sp>
          <p:sp>
            <p:nvSpPr>
              <p:cNvPr id="125" name="Text 24">
                <a:extLst>
                  <a:ext uri="{FF2B5EF4-FFF2-40B4-BE49-F238E27FC236}">
                    <a16:creationId xmlns:a16="http://schemas.microsoft.com/office/drawing/2014/main" id="{EB8B3986-0A1B-490E-B203-9801530B1A72}"/>
                  </a:ext>
                </a:extLst>
              </p:cNvPr>
              <p:cNvSpPr/>
              <p:nvPr/>
            </p:nvSpPr>
            <p:spPr>
              <a:xfrm>
                <a:off x="810056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(WebSocket/Hub)</a:t>
                </a:r>
                <a:endParaRPr lang="en-US" sz="1000" dirty="0"/>
              </a:p>
            </p:txBody>
          </p:sp>
        </p:grpSp>
      </p:grp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4EB5014-E73B-4214-9876-BCDA9629E7AB}"/>
              </a:ext>
            </a:extLst>
          </p:cNvPr>
          <p:cNvCxnSpPr>
            <a:cxnSpLocks/>
            <a:stCxn id="106" idx="2"/>
            <a:endCxn id="117" idx="0"/>
          </p:cNvCxnSpPr>
          <p:nvPr/>
        </p:nvCxnSpPr>
        <p:spPr>
          <a:xfrm rot="5400000">
            <a:off x="3957223" y="877166"/>
            <a:ext cx="249113" cy="3794760"/>
          </a:xfrm>
          <a:prstGeom prst="bentConnector3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3091AA4E-4CEB-4374-8B83-2A96BCEC2014}"/>
              </a:ext>
            </a:extLst>
          </p:cNvPr>
          <p:cNvCxnSpPr>
            <a:cxnSpLocks/>
            <a:stCxn id="106" idx="2"/>
            <a:endCxn id="123" idx="0"/>
          </p:cNvCxnSpPr>
          <p:nvPr/>
        </p:nvCxnSpPr>
        <p:spPr>
          <a:xfrm rot="16200000" flipH="1">
            <a:off x="7751983" y="877166"/>
            <a:ext cx="249113" cy="3794760"/>
          </a:xfrm>
          <a:prstGeom prst="bentConnector3">
            <a:avLst>
              <a:gd name="adj1" fmla="val 50000"/>
            </a:avLst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E2EE979-7F69-4AF3-A910-7E6BEA3E03C6}"/>
              </a:ext>
            </a:extLst>
          </p:cNvPr>
          <p:cNvCxnSpPr>
            <a:cxnSpLocks/>
            <a:stCxn id="106" idx="2"/>
            <a:endCxn id="120" idx="0"/>
          </p:cNvCxnSpPr>
          <p:nvPr/>
        </p:nvCxnSpPr>
        <p:spPr>
          <a:xfrm>
            <a:off x="5979159" y="2649990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26E4D66-B6E0-4C1A-A653-F211CCE02433}"/>
              </a:ext>
            </a:extLst>
          </p:cNvPr>
          <p:cNvGrpSpPr/>
          <p:nvPr/>
        </p:nvGrpSpPr>
        <p:grpSpPr>
          <a:xfrm>
            <a:off x="401319" y="3715144"/>
            <a:ext cx="3566160" cy="566928"/>
            <a:chOff x="401319" y="3860607"/>
            <a:chExt cx="3566160" cy="566928"/>
          </a:xfrm>
        </p:grpSpPr>
        <p:sp>
          <p:nvSpPr>
            <p:cNvPr id="139" name="Shape 32">
              <a:extLst>
                <a:ext uri="{FF2B5EF4-FFF2-40B4-BE49-F238E27FC236}">
                  <a16:creationId xmlns:a16="http://schemas.microsoft.com/office/drawing/2014/main" id="{CB02A937-12EA-4B89-96B3-BEB8D130B5F1}"/>
                </a:ext>
              </a:extLst>
            </p:cNvPr>
            <p:cNvSpPr/>
            <p:nvPr/>
          </p:nvSpPr>
          <p:spPr>
            <a:xfrm>
              <a:off x="40131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7D2B0CDA-9D0B-4988-995A-F84208DEE675}"/>
                </a:ext>
              </a:extLst>
            </p:cNvPr>
            <p:cNvGrpSpPr/>
            <p:nvPr/>
          </p:nvGrpSpPr>
          <p:grpSpPr>
            <a:xfrm>
              <a:off x="511047" y="3905687"/>
              <a:ext cx="3346704" cy="476768"/>
              <a:chOff x="511047" y="3933759"/>
              <a:chExt cx="3346704" cy="476768"/>
            </a:xfrm>
          </p:grpSpPr>
          <p:sp>
            <p:nvSpPr>
              <p:cNvPr id="140" name="Text 33">
                <a:extLst>
                  <a:ext uri="{FF2B5EF4-FFF2-40B4-BE49-F238E27FC236}">
                    <a16:creationId xmlns:a16="http://schemas.microsoft.com/office/drawing/2014/main" id="{4DBFFE17-535B-4ACE-BCB2-4F5351E1CC08}"/>
                  </a:ext>
                </a:extLst>
              </p:cNvPr>
              <p:cNvSpPr/>
              <p:nvPr/>
            </p:nvSpPr>
            <p:spPr>
              <a:xfrm>
                <a:off x="51104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Org/Profile</a:t>
                </a:r>
                <a:endParaRPr lang="en-US" sz="1300" dirty="0"/>
              </a:p>
            </p:txBody>
          </p:sp>
          <p:sp>
            <p:nvSpPr>
              <p:cNvPr id="141" name="Text 34">
                <a:extLst>
                  <a:ext uri="{FF2B5EF4-FFF2-40B4-BE49-F238E27FC236}">
                    <a16:creationId xmlns:a16="http://schemas.microsoft.com/office/drawing/2014/main" id="{113C9434-9BEA-48F5-98B2-9D62EF676650}"/>
                  </a:ext>
                </a:extLst>
              </p:cNvPr>
              <p:cNvSpPr/>
              <p:nvPr/>
            </p:nvSpPr>
            <p:spPr>
              <a:xfrm>
                <a:off x="51104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Service</a:t>
                </a:r>
                <a:endParaRPr lang="en-US" sz="1000" dirty="0"/>
              </a:p>
            </p:txBody>
          </p:sp>
        </p:grp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C89D54B-F61E-44A6-9578-B7AD4442CDE2}"/>
              </a:ext>
            </a:extLst>
          </p:cNvPr>
          <p:cNvGrpSpPr/>
          <p:nvPr/>
        </p:nvGrpSpPr>
        <p:grpSpPr>
          <a:xfrm>
            <a:off x="4196079" y="3715144"/>
            <a:ext cx="3566160" cy="566928"/>
            <a:chOff x="4196079" y="3860607"/>
            <a:chExt cx="3566160" cy="566928"/>
          </a:xfrm>
        </p:grpSpPr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4EBE6CDD-15B2-4714-9C16-FA3BAD7D1A4D}"/>
                </a:ext>
              </a:extLst>
            </p:cNvPr>
            <p:cNvSpPr/>
            <p:nvPr/>
          </p:nvSpPr>
          <p:spPr>
            <a:xfrm>
              <a:off x="419607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06512794-2468-4103-9C52-9CFDC4E0AF4A}"/>
                </a:ext>
              </a:extLst>
            </p:cNvPr>
            <p:cNvGrpSpPr/>
            <p:nvPr/>
          </p:nvGrpSpPr>
          <p:grpSpPr>
            <a:xfrm>
              <a:off x="4305807" y="3905687"/>
              <a:ext cx="3346704" cy="476768"/>
              <a:chOff x="4305807" y="3933759"/>
              <a:chExt cx="3346704" cy="476768"/>
            </a:xfrm>
          </p:grpSpPr>
          <p:sp>
            <p:nvSpPr>
              <p:cNvPr id="143" name="Text 36">
                <a:extLst>
                  <a:ext uri="{FF2B5EF4-FFF2-40B4-BE49-F238E27FC236}">
                    <a16:creationId xmlns:a16="http://schemas.microsoft.com/office/drawing/2014/main" id="{5F0ADDDE-BC6E-4D25-9672-08E3D09ACF72}"/>
                  </a:ext>
                </a:extLst>
              </p:cNvPr>
              <p:cNvSpPr/>
              <p:nvPr/>
            </p:nvSpPr>
            <p:spPr>
              <a:xfrm>
                <a:off x="430580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Message Store</a:t>
                </a:r>
                <a:endParaRPr lang="en-US" sz="1300" dirty="0"/>
              </a:p>
            </p:txBody>
          </p:sp>
          <p:sp>
            <p:nvSpPr>
              <p:cNvPr id="144" name="Text 37">
                <a:extLst>
                  <a:ext uri="{FF2B5EF4-FFF2-40B4-BE49-F238E27FC236}">
                    <a16:creationId xmlns:a16="http://schemas.microsoft.com/office/drawing/2014/main" id="{D137D032-59AD-452D-AB75-544D50FE061D}"/>
                  </a:ext>
                </a:extLst>
              </p:cNvPr>
              <p:cNvSpPr/>
              <p:nvPr/>
            </p:nvSpPr>
            <p:spPr>
              <a:xfrm>
                <a:off x="430580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(DB)</a:t>
                </a:r>
                <a:endParaRPr lang="en-US" sz="1000" dirty="0"/>
              </a:p>
            </p:txBody>
          </p:sp>
        </p:grp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0D61511A-282A-4898-9B25-0839464E45CE}"/>
              </a:ext>
            </a:extLst>
          </p:cNvPr>
          <p:cNvGrpSpPr/>
          <p:nvPr/>
        </p:nvGrpSpPr>
        <p:grpSpPr>
          <a:xfrm>
            <a:off x="7990839" y="3715144"/>
            <a:ext cx="3566160" cy="566928"/>
            <a:chOff x="7990839" y="3860607"/>
            <a:chExt cx="3566160" cy="566928"/>
          </a:xfrm>
        </p:grpSpPr>
        <p:sp>
          <p:nvSpPr>
            <p:cNvPr id="145" name="Shape 38">
              <a:extLst>
                <a:ext uri="{FF2B5EF4-FFF2-40B4-BE49-F238E27FC236}">
                  <a16:creationId xmlns:a16="http://schemas.microsoft.com/office/drawing/2014/main" id="{BF812195-5B22-4695-8CB5-4E9E8E801063}"/>
                </a:ext>
              </a:extLst>
            </p:cNvPr>
            <p:cNvSpPr/>
            <p:nvPr/>
          </p:nvSpPr>
          <p:spPr>
            <a:xfrm>
              <a:off x="799083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5C83CFD-44AA-48E0-B4CC-3C0132F6846E}"/>
                </a:ext>
              </a:extLst>
            </p:cNvPr>
            <p:cNvGrpSpPr/>
            <p:nvPr/>
          </p:nvGrpSpPr>
          <p:grpSpPr>
            <a:xfrm>
              <a:off x="8100567" y="3905687"/>
              <a:ext cx="3346704" cy="476768"/>
              <a:chOff x="8100567" y="3933759"/>
              <a:chExt cx="3346704" cy="476768"/>
            </a:xfrm>
          </p:grpSpPr>
          <p:sp>
            <p:nvSpPr>
              <p:cNvPr id="146" name="Text 39">
                <a:extLst>
                  <a:ext uri="{FF2B5EF4-FFF2-40B4-BE49-F238E27FC236}">
                    <a16:creationId xmlns:a16="http://schemas.microsoft.com/office/drawing/2014/main" id="{CAA25051-C32F-496E-8474-ABBB4AC2D785}"/>
                  </a:ext>
                </a:extLst>
              </p:cNvPr>
              <p:cNvSpPr/>
              <p:nvPr/>
            </p:nvSpPr>
            <p:spPr>
              <a:xfrm>
                <a:off x="810056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Notification Svc</a:t>
                </a:r>
                <a:endParaRPr lang="en-US" sz="1300" dirty="0"/>
              </a:p>
            </p:txBody>
          </p:sp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D1AA62C1-7136-4FBB-8840-F1A37CF9B6EC}"/>
                  </a:ext>
                </a:extLst>
              </p:cNvPr>
              <p:cNvSpPr/>
              <p:nvPr/>
            </p:nvSpPr>
            <p:spPr>
              <a:xfrm>
                <a:off x="810056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(Push + Badge)</a:t>
                </a:r>
                <a:endParaRPr lang="en-US" sz="10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A5DF415A-0C99-4DB3-9D15-421F0EE0668E}"/>
              </a:ext>
            </a:extLst>
          </p:cNvPr>
          <p:cNvGrpSpPr/>
          <p:nvPr/>
        </p:nvGrpSpPr>
        <p:grpSpPr>
          <a:xfrm>
            <a:off x="401319" y="4531185"/>
            <a:ext cx="3566160" cy="566928"/>
            <a:chOff x="401319" y="4760162"/>
            <a:chExt cx="3566160" cy="566928"/>
          </a:xfrm>
        </p:grpSpPr>
        <p:sp>
          <p:nvSpPr>
            <p:cNvPr id="148" name="Shape 44">
              <a:extLst>
                <a:ext uri="{FF2B5EF4-FFF2-40B4-BE49-F238E27FC236}">
                  <a16:creationId xmlns:a16="http://schemas.microsoft.com/office/drawing/2014/main" id="{4F8950DF-FF77-4466-8A0A-5DA3F1A2ABA3}"/>
                </a:ext>
              </a:extLst>
            </p:cNvPr>
            <p:cNvSpPr/>
            <p:nvPr/>
          </p:nvSpPr>
          <p:spPr>
            <a:xfrm>
              <a:off x="40131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7B2FED59-65B9-416E-8A2F-FE1978276092}"/>
                </a:ext>
              </a:extLst>
            </p:cNvPr>
            <p:cNvGrpSpPr/>
            <p:nvPr/>
          </p:nvGrpSpPr>
          <p:grpSpPr>
            <a:xfrm>
              <a:off x="511047" y="4805242"/>
              <a:ext cx="3346704" cy="476768"/>
              <a:chOff x="511047" y="4833314"/>
              <a:chExt cx="3346704" cy="476768"/>
            </a:xfrm>
          </p:grpSpPr>
          <p:sp>
            <p:nvSpPr>
              <p:cNvPr id="149" name="Text 45">
                <a:extLst>
                  <a:ext uri="{FF2B5EF4-FFF2-40B4-BE49-F238E27FC236}">
                    <a16:creationId xmlns:a16="http://schemas.microsoft.com/office/drawing/2014/main" id="{F1792C73-4ED3-4E83-9EDE-376491D84CCB}"/>
                  </a:ext>
                </a:extLst>
              </p:cNvPr>
              <p:cNvSpPr/>
              <p:nvPr/>
            </p:nvSpPr>
            <p:spPr>
              <a:xfrm>
                <a:off x="51104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Search Indexer</a:t>
                </a:r>
                <a:endParaRPr lang="en-US" sz="1300" dirty="0"/>
              </a:p>
            </p:txBody>
          </p:sp>
          <p:sp>
            <p:nvSpPr>
              <p:cNvPr id="150" name="Text 46">
                <a:extLst>
                  <a:ext uri="{FF2B5EF4-FFF2-40B4-BE49-F238E27FC236}">
                    <a16:creationId xmlns:a16="http://schemas.microsoft.com/office/drawing/2014/main" id="{7F9D54D0-C26D-4B69-BC47-D1DF956ED9B8}"/>
                  </a:ext>
                </a:extLst>
              </p:cNvPr>
              <p:cNvSpPr/>
              <p:nvPr/>
            </p:nvSpPr>
            <p:spPr>
              <a:xfrm>
                <a:off x="51104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(Elastic)</a:t>
                </a:r>
                <a:endParaRPr lang="en-US" sz="1000" dirty="0"/>
              </a:p>
            </p:txBody>
          </p:sp>
        </p:grp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DDC6F288-3D3E-46ED-9B8C-698A20A317D5}"/>
              </a:ext>
            </a:extLst>
          </p:cNvPr>
          <p:cNvGrpSpPr/>
          <p:nvPr/>
        </p:nvGrpSpPr>
        <p:grpSpPr>
          <a:xfrm>
            <a:off x="4196079" y="4531185"/>
            <a:ext cx="3566160" cy="566928"/>
            <a:chOff x="4196079" y="4760162"/>
            <a:chExt cx="3566160" cy="566928"/>
          </a:xfrm>
        </p:grpSpPr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ACB7CADD-4DCC-42AD-930E-7D9538E94AAF}"/>
                </a:ext>
              </a:extLst>
            </p:cNvPr>
            <p:cNvSpPr/>
            <p:nvPr/>
          </p:nvSpPr>
          <p:spPr>
            <a:xfrm>
              <a:off x="419607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EF3ED5B0-EF1A-42A2-A8B7-E48C79FC38BC}"/>
                </a:ext>
              </a:extLst>
            </p:cNvPr>
            <p:cNvGrpSpPr/>
            <p:nvPr/>
          </p:nvGrpSpPr>
          <p:grpSpPr>
            <a:xfrm>
              <a:off x="4305807" y="4805242"/>
              <a:ext cx="3346704" cy="476768"/>
              <a:chOff x="4305807" y="4833314"/>
              <a:chExt cx="3346704" cy="476768"/>
            </a:xfrm>
          </p:grpSpPr>
          <p:sp>
            <p:nvSpPr>
              <p:cNvPr id="152" name="Text 48">
                <a:extLst>
                  <a:ext uri="{FF2B5EF4-FFF2-40B4-BE49-F238E27FC236}">
                    <a16:creationId xmlns:a16="http://schemas.microsoft.com/office/drawing/2014/main" id="{E8D22FEB-CAF7-4900-8DA2-3945080797E6}"/>
                  </a:ext>
                </a:extLst>
              </p:cNvPr>
              <p:cNvSpPr/>
              <p:nvPr/>
            </p:nvSpPr>
            <p:spPr>
              <a:xfrm>
                <a:off x="430580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Outbox/EventBus</a:t>
                </a:r>
                <a:endParaRPr lang="en-US" sz="1300" dirty="0"/>
              </a:p>
            </p:txBody>
          </p:sp>
          <p:sp>
            <p:nvSpPr>
              <p:cNvPr id="153" name="Text 49">
                <a:extLst>
                  <a:ext uri="{FF2B5EF4-FFF2-40B4-BE49-F238E27FC236}">
                    <a16:creationId xmlns:a16="http://schemas.microsoft.com/office/drawing/2014/main" id="{F582E0B2-1029-4BFF-937C-5DA76F87E0E9}"/>
                  </a:ext>
                </a:extLst>
              </p:cNvPr>
              <p:cNvSpPr/>
              <p:nvPr/>
            </p:nvSpPr>
            <p:spPr>
              <a:xfrm>
                <a:off x="430580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(Redis / NATS)</a:t>
                </a:r>
                <a:endParaRPr lang="en-US" sz="1000" dirty="0"/>
              </a:p>
            </p:txBody>
          </p:sp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D36D9E7F-D918-4FB0-B134-906355F02072}"/>
              </a:ext>
            </a:extLst>
          </p:cNvPr>
          <p:cNvGrpSpPr/>
          <p:nvPr/>
        </p:nvGrpSpPr>
        <p:grpSpPr>
          <a:xfrm>
            <a:off x="7990839" y="4531185"/>
            <a:ext cx="3566160" cy="566928"/>
            <a:chOff x="7990839" y="4760162"/>
            <a:chExt cx="3566160" cy="566928"/>
          </a:xfrm>
        </p:grpSpPr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4BD695AC-3318-4F81-9FE4-97103B5219C3}"/>
                </a:ext>
              </a:extLst>
            </p:cNvPr>
            <p:cNvSpPr/>
            <p:nvPr/>
          </p:nvSpPr>
          <p:spPr>
            <a:xfrm>
              <a:off x="799083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579E6CB0-33F5-483C-86CC-0E396F912D2E}"/>
                </a:ext>
              </a:extLst>
            </p:cNvPr>
            <p:cNvGrpSpPr/>
            <p:nvPr/>
          </p:nvGrpSpPr>
          <p:grpSpPr>
            <a:xfrm>
              <a:off x="8100567" y="4805242"/>
              <a:ext cx="3346704" cy="476768"/>
              <a:chOff x="8100567" y="4833314"/>
              <a:chExt cx="3346704" cy="476768"/>
            </a:xfrm>
          </p:grpSpPr>
          <p:sp>
            <p:nvSpPr>
              <p:cNvPr id="155" name="Text 51">
                <a:extLst>
                  <a:ext uri="{FF2B5EF4-FFF2-40B4-BE49-F238E27FC236}">
                    <a16:creationId xmlns:a16="http://schemas.microsoft.com/office/drawing/2014/main" id="{B511891B-BB13-4D8A-ADAB-75A266B08606}"/>
                  </a:ext>
                </a:extLst>
              </p:cNvPr>
              <p:cNvSpPr/>
              <p:nvPr/>
            </p:nvSpPr>
            <p:spPr>
              <a:xfrm>
                <a:off x="810056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Link Preview</a:t>
                </a:r>
                <a:endParaRPr lang="en-US" sz="1300" dirty="0"/>
              </a:p>
            </p:txBody>
          </p:sp>
          <p:sp>
            <p:nvSpPr>
              <p:cNvPr id="156" name="Text 52">
                <a:extLst>
                  <a:ext uri="{FF2B5EF4-FFF2-40B4-BE49-F238E27FC236}">
                    <a16:creationId xmlns:a16="http://schemas.microsoft.com/office/drawing/2014/main" id="{2FD2A8DA-41F0-410F-9EF3-4D24633F22CD}"/>
                  </a:ext>
                </a:extLst>
              </p:cNvPr>
              <p:cNvSpPr/>
              <p:nvPr/>
            </p:nvSpPr>
            <p:spPr>
              <a:xfrm>
                <a:off x="810056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Worker + SSRF 방어</a:t>
                </a:r>
                <a:endParaRPr lang="en-US" sz="1000" dirty="0"/>
              </a:p>
            </p:txBody>
          </p:sp>
        </p:grp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52A04824-7328-4D9E-9CD5-494AB630898D}"/>
              </a:ext>
            </a:extLst>
          </p:cNvPr>
          <p:cNvGrpSpPr/>
          <p:nvPr/>
        </p:nvGrpSpPr>
        <p:grpSpPr>
          <a:xfrm>
            <a:off x="812799" y="5347226"/>
            <a:ext cx="2743200" cy="502920"/>
            <a:chOff x="904239" y="5659717"/>
            <a:chExt cx="2743200" cy="502920"/>
          </a:xfrm>
        </p:grpSpPr>
        <p:sp>
          <p:nvSpPr>
            <p:cNvPr id="160" name="Shape 59">
              <a:extLst>
                <a:ext uri="{FF2B5EF4-FFF2-40B4-BE49-F238E27FC236}">
                  <a16:creationId xmlns:a16="http://schemas.microsoft.com/office/drawing/2014/main" id="{78C346C6-2A9B-4C0A-84D7-95C48287BB01}"/>
                </a:ext>
              </a:extLst>
            </p:cNvPr>
            <p:cNvSpPr/>
            <p:nvPr/>
          </p:nvSpPr>
          <p:spPr>
            <a:xfrm>
              <a:off x="904239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</p:sp>
        <p:sp>
          <p:nvSpPr>
            <p:cNvPr id="161" name="Text 60">
              <a:extLst>
                <a:ext uri="{FF2B5EF4-FFF2-40B4-BE49-F238E27FC236}">
                  <a16:creationId xmlns:a16="http://schemas.microsoft.com/office/drawing/2014/main" id="{014AD065-982F-4896-A0A6-974184A4732F}"/>
                </a:ext>
              </a:extLst>
            </p:cNvPr>
            <p:cNvSpPr/>
            <p:nvPr/>
          </p:nvSpPr>
          <p:spPr>
            <a:xfrm>
              <a:off x="1013967" y="5697436"/>
              <a:ext cx="2523744" cy="4274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Elastic</a:t>
              </a:r>
              <a:endParaRPr lang="en-US" sz="1200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26216CE9-D26D-4276-A5D0-0601B07BFD41}"/>
              </a:ext>
            </a:extLst>
          </p:cNvPr>
          <p:cNvGrpSpPr/>
          <p:nvPr/>
        </p:nvGrpSpPr>
        <p:grpSpPr>
          <a:xfrm>
            <a:off x="4607559" y="5347226"/>
            <a:ext cx="2743200" cy="502920"/>
            <a:chOff x="4712715" y="5659717"/>
            <a:chExt cx="2743200" cy="502920"/>
          </a:xfrm>
        </p:grpSpPr>
        <p:sp>
          <p:nvSpPr>
            <p:cNvPr id="162" name="Shape 61">
              <a:extLst>
                <a:ext uri="{FF2B5EF4-FFF2-40B4-BE49-F238E27FC236}">
                  <a16:creationId xmlns:a16="http://schemas.microsoft.com/office/drawing/2014/main" id="{C18E7B68-4DC8-45A5-BC96-A3F71E35E5AF}"/>
                </a:ext>
              </a:extLst>
            </p:cNvPr>
            <p:cNvSpPr/>
            <p:nvPr/>
          </p:nvSpPr>
          <p:spPr>
            <a:xfrm>
              <a:off x="4712715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296EE1B2-0AA0-4FA7-8AD7-B6DAD89FD6C6}"/>
                </a:ext>
              </a:extLst>
            </p:cNvPr>
            <p:cNvGrpSpPr/>
            <p:nvPr/>
          </p:nvGrpSpPr>
          <p:grpSpPr>
            <a:xfrm>
              <a:off x="4822443" y="5703837"/>
              <a:ext cx="2523744" cy="414680"/>
              <a:chOff x="4822443" y="5732869"/>
              <a:chExt cx="2523744" cy="414680"/>
            </a:xfrm>
          </p:grpSpPr>
          <p:sp>
            <p:nvSpPr>
              <p:cNvPr id="163" name="Text 62">
                <a:extLst>
                  <a:ext uri="{FF2B5EF4-FFF2-40B4-BE49-F238E27FC236}">
                    <a16:creationId xmlns:a16="http://schemas.microsoft.com/office/drawing/2014/main" id="{DC132FEB-F811-4BF4-AE53-01684C1837B6}"/>
                  </a:ext>
                </a:extLst>
              </p:cNvPr>
              <p:cNvSpPr/>
              <p:nvPr/>
            </p:nvSpPr>
            <p:spPr>
              <a:xfrm>
                <a:off x="4822443" y="5732869"/>
                <a:ext cx="2523744" cy="27660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Redis</a:t>
                </a:r>
                <a:endParaRPr lang="en-US" sz="1200" dirty="0"/>
              </a:p>
            </p:txBody>
          </p:sp>
          <p:sp>
            <p:nvSpPr>
              <p:cNvPr id="164" name="Text 63">
                <a:extLst>
                  <a:ext uri="{FF2B5EF4-FFF2-40B4-BE49-F238E27FC236}">
                    <a16:creationId xmlns:a16="http://schemas.microsoft.com/office/drawing/2014/main" id="{03A6EB30-2F91-4108-9618-EFAD6CC7BDF8}"/>
                  </a:ext>
                </a:extLst>
              </p:cNvPr>
              <p:cNvSpPr/>
              <p:nvPr/>
            </p:nvSpPr>
            <p:spPr>
              <a:xfrm>
                <a:off x="4822443" y="5936323"/>
                <a:ext cx="2523744" cy="21122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캐시/세션</a:t>
                </a:r>
                <a:endParaRPr lang="en-US" sz="900" dirty="0"/>
              </a:p>
            </p:txBody>
          </p:sp>
        </p:grp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A8931AC1-C426-4755-96D7-674132DDD8A4}"/>
              </a:ext>
            </a:extLst>
          </p:cNvPr>
          <p:cNvGrpSpPr/>
          <p:nvPr/>
        </p:nvGrpSpPr>
        <p:grpSpPr>
          <a:xfrm>
            <a:off x="8402319" y="5347226"/>
            <a:ext cx="2743200" cy="502920"/>
            <a:chOff x="8539479" y="5659717"/>
            <a:chExt cx="2743200" cy="502920"/>
          </a:xfrm>
        </p:grpSpPr>
        <p:sp>
          <p:nvSpPr>
            <p:cNvPr id="165" name="Shape 64">
              <a:extLst>
                <a:ext uri="{FF2B5EF4-FFF2-40B4-BE49-F238E27FC236}">
                  <a16:creationId xmlns:a16="http://schemas.microsoft.com/office/drawing/2014/main" id="{83F45A9D-E987-4250-A14B-A8FACC052647}"/>
                </a:ext>
              </a:extLst>
            </p:cNvPr>
            <p:cNvSpPr/>
            <p:nvPr/>
          </p:nvSpPr>
          <p:spPr>
            <a:xfrm>
              <a:off x="8539479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23AFBB44-419E-44A9-AFD1-93764364A32B}"/>
                </a:ext>
              </a:extLst>
            </p:cNvPr>
            <p:cNvGrpSpPr/>
            <p:nvPr/>
          </p:nvGrpSpPr>
          <p:grpSpPr>
            <a:xfrm>
              <a:off x="8649207" y="5703837"/>
              <a:ext cx="2523744" cy="414680"/>
              <a:chOff x="8649207" y="5732869"/>
              <a:chExt cx="2523744" cy="414680"/>
            </a:xfrm>
          </p:grpSpPr>
          <p:sp>
            <p:nvSpPr>
              <p:cNvPr id="166" name="Text 65">
                <a:extLst>
                  <a:ext uri="{FF2B5EF4-FFF2-40B4-BE49-F238E27FC236}">
                    <a16:creationId xmlns:a16="http://schemas.microsoft.com/office/drawing/2014/main" id="{BC3F105B-3B5A-4806-8D58-ADD221A5DDFB}"/>
                  </a:ext>
                </a:extLst>
              </p:cNvPr>
              <p:cNvSpPr/>
              <p:nvPr/>
            </p:nvSpPr>
            <p:spPr>
              <a:xfrm>
                <a:off x="8649207" y="5732869"/>
                <a:ext cx="2523744" cy="27660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MinIO + ClamAV</a:t>
                </a:r>
                <a:endParaRPr lang="en-US" sz="1100" dirty="0"/>
              </a:p>
            </p:txBody>
          </p:sp>
          <p:sp>
            <p:nvSpPr>
              <p:cNvPr id="167" name="Text 66">
                <a:extLst>
                  <a:ext uri="{FF2B5EF4-FFF2-40B4-BE49-F238E27FC236}">
                    <a16:creationId xmlns:a16="http://schemas.microsoft.com/office/drawing/2014/main" id="{DFDE20ED-A046-49DC-BEE1-28199B74A7A8}"/>
                  </a:ext>
                </a:extLst>
              </p:cNvPr>
              <p:cNvSpPr/>
              <p:nvPr/>
            </p:nvSpPr>
            <p:spPr>
              <a:xfrm>
                <a:off x="8649207" y="5936323"/>
                <a:ext cx="2523744" cy="21122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파일/이미지/썸네일</a:t>
                </a:r>
                <a:endParaRPr lang="en-US" sz="900" dirty="0"/>
              </a:p>
            </p:txBody>
          </p:sp>
        </p:grp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2087E377-CFF1-4F6E-A323-363DB2D510C3}"/>
              </a:ext>
            </a:extLst>
          </p:cNvPr>
          <p:cNvGrpSpPr/>
          <p:nvPr/>
        </p:nvGrpSpPr>
        <p:grpSpPr>
          <a:xfrm>
            <a:off x="4607559" y="6099260"/>
            <a:ext cx="2743200" cy="502920"/>
            <a:chOff x="4712715" y="6574117"/>
            <a:chExt cx="2743200" cy="502920"/>
          </a:xfrm>
        </p:grpSpPr>
        <p:sp>
          <p:nvSpPr>
            <p:cNvPr id="168" name="Shape 70">
              <a:extLst>
                <a:ext uri="{FF2B5EF4-FFF2-40B4-BE49-F238E27FC236}">
                  <a16:creationId xmlns:a16="http://schemas.microsoft.com/office/drawing/2014/main" id="{5E63452A-63AB-497A-871F-B31A536A92C0}"/>
                </a:ext>
              </a:extLst>
            </p:cNvPr>
            <p:cNvSpPr/>
            <p:nvPr/>
          </p:nvSpPr>
          <p:spPr>
            <a:xfrm>
              <a:off x="4712715" y="65741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169" name="Text 71">
              <a:extLst>
                <a:ext uri="{FF2B5EF4-FFF2-40B4-BE49-F238E27FC236}">
                  <a16:creationId xmlns:a16="http://schemas.microsoft.com/office/drawing/2014/main" id="{FC7DD87F-4964-4B36-A21F-2C513BB48B16}"/>
                </a:ext>
              </a:extLst>
            </p:cNvPr>
            <p:cNvSpPr/>
            <p:nvPr/>
          </p:nvSpPr>
          <p:spPr>
            <a:xfrm>
              <a:off x="4822443" y="6611836"/>
              <a:ext cx="2523744" cy="4274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PostgreSQL</a:t>
              </a:r>
              <a:endParaRPr lang="en-US" sz="1200" dirty="0"/>
            </a:p>
          </p:txBody>
        </p:sp>
      </p:grp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3047A2C-9ACE-4BEB-AF5B-9A25265F8913}"/>
              </a:ext>
            </a:extLst>
          </p:cNvPr>
          <p:cNvCxnSpPr>
            <a:cxnSpLocks/>
            <a:stCxn id="117" idx="2"/>
            <a:endCxn id="139" idx="0"/>
          </p:cNvCxnSpPr>
          <p:nvPr/>
        </p:nvCxnSpPr>
        <p:spPr>
          <a:xfrm>
            <a:off x="218439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3053716A-F86C-4F20-A84D-E525DBE67496}"/>
              </a:ext>
            </a:extLst>
          </p:cNvPr>
          <p:cNvCxnSpPr>
            <a:cxnSpLocks/>
            <a:stCxn id="139" idx="2"/>
            <a:endCxn id="148" idx="0"/>
          </p:cNvCxnSpPr>
          <p:nvPr/>
        </p:nvCxnSpPr>
        <p:spPr>
          <a:xfrm>
            <a:off x="218439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7192D45C-77AA-46EF-97C2-37201E35B979}"/>
              </a:ext>
            </a:extLst>
          </p:cNvPr>
          <p:cNvCxnSpPr>
            <a:cxnSpLocks/>
            <a:stCxn id="148" idx="2"/>
            <a:endCxn id="160" idx="0"/>
          </p:cNvCxnSpPr>
          <p:nvPr/>
        </p:nvCxnSpPr>
        <p:spPr>
          <a:xfrm>
            <a:off x="218439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D840BAAC-D1CA-4553-9F26-9B3B5257AA6D}"/>
              </a:ext>
            </a:extLst>
          </p:cNvPr>
          <p:cNvCxnSpPr>
            <a:cxnSpLocks/>
            <a:stCxn id="120" idx="2"/>
            <a:endCxn id="142" idx="0"/>
          </p:cNvCxnSpPr>
          <p:nvPr/>
        </p:nvCxnSpPr>
        <p:spPr>
          <a:xfrm>
            <a:off x="597915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1E272BA6-9A73-4C61-A672-BED4781DC4F6}"/>
              </a:ext>
            </a:extLst>
          </p:cNvPr>
          <p:cNvCxnSpPr>
            <a:cxnSpLocks/>
            <a:stCxn id="142" idx="2"/>
            <a:endCxn id="151" idx="0"/>
          </p:cNvCxnSpPr>
          <p:nvPr/>
        </p:nvCxnSpPr>
        <p:spPr>
          <a:xfrm>
            <a:off x="597915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A6A00542-7F7D-49CF-A3E8-1E473EAB5C85}"/>
              </a:ext>
            </a:extLst>
          </p:cNvPr>
          <p:cNvCxnSpPr>
            <a:cxnSpLocks/>
            <a:stCxn id="151" idx="2"/>
            <a:endCxn id="162" idx="0"/>
          </p:cNvCxnSpPr>
          <p:nvPr/>
        </p:nvCxnSpPr>
        <p:spPr>
          <a:xfrm>
            <a:off x="597915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D374A4D2-2292-4694-B1DD-449CB35624D1}"/>
              </a:ext>
            </a:extLst>
          </p:cNvPr>
          <p:cNvCxnSpPr>
            <a:cxnSpLocks/>
            <a:stCxn id="162" idx="2"/>
            <a:endCxn id="168" idx="0"/>
          </p:cNvCxnSpPr>
          <p:nvPr/>
        </p:nvCxnSpPr>
        <p:spPr>
          <a:xfrm>
            <a:off x="5979159" y="5850146"/>
            <a:ext cx="0" cy="249114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7F326AEF-04D2-4231-969C-241602560F5B}"/>
              </a:ext>
            </a:extLst>
          </p:cNvPr>
          <p:cNvCxnSpPr>
            <a:cxnSpLocks/>
            <a:stCxn id="123" idx="2"/>
            <a:endCxn id="145" idx="0"/>
          </p:cNvCxnSpPr>
          <p:nvPr/>
        </p:nvCxnSpPr>
        <p:spPr>
          <a:xfrm>
            <a:off x="977391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CB16E66-2BC4-45DB-9675-1B959CEAF1C3}"/>
              </a:ext>
            </a:extLst>
          </p:cNvPr>
          <p:cNvCxnSpPr>
            <a:cxnSpLocks/>
            <a:stCxn id="145" idx="2"/>
            <a:endCxn id="154" idx="0"/>
          </p:cNvCxnSpPr>
          <p:nvPr/>
        </p:nvCxnSpPr>
        <p:spPr>
          <a:xfrm>
            <a:off x="977391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5AF4B93-50FD-465E-A28C-37A5067B27D7}"/>
              </a:ext>
            </a:extLst>
          </p:cNvPr>
          <p:cNvCxnSpPr>
            <a:cxnSpLocks/>
            <a:stCxn id="154" idx="2"/>
            <a:endCxn id="165" idx="0"/>
          </p:cNvCxnSpPr>
          <p:nvPr/>
        </p:nvCxnSpPr>
        <p:spPr>
          <a:xfrm>
            <a:off x="977391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E80B2678-656C-4BA2-8B9A-113B2AAB546C}"/>
              </a:ext>
            </a:extLst>
          </p:cNvPr>
          <p:cNvCxnSpPr>
            <a:cxnSpLocks/>
            <a:stCxn id="151" idx="1"/>
            <a:endCxn id="148" idx="3"/>
          </p:cNvCxnSpPr>
          <p:nvPr/>
        </p:nvCxnSpPr>
        <p:spPr>
          <a:xfrm flipH="1">
            <a:off x="3967479" y="4814649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684B9C88-068B-46C6-B6E7-43553640F9E5}"/>
              </a:ext>
            </a:extLst>
          </p:cNvPr>
          <p:cNvCxnSpPr>
            <a:cxnSpLocks/>
            <a:stCxn id="151" idx="3"/>
            <a:endCxn id="154" idx="1"/>
          </p:cNvCxnSpPr>
          <p:nvPr/>
        </p:nvCxnSpPr>
        <p:spPr>
          <a:xfrm>
            <a:off x="7762239" y="4814649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DEECFA19-E7CB-4C22-B81A-263BEDD1B5E1}"/>
              </a:ext>
            </a:extLst>
          </p:cNvPr>
          <p:cNvCxnSpPr>
            <a:stCxn id="117" idx="3"/>
            <a:endCxn id="120" idx="1"/>
          </p:cNvCxnSpPr>
          <p:nvPr/>
        </p:nvCxnSpPr>
        <p:spPr>
          <a:xfrm>
            <a:off x="3967479" y="3182567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9E80F662-38D4-4D18-9713-A3ABB0B4B788}"/>
              </a:ext>
            </a:extLst>
          </p:cNvPr>
          <p:cNvCxnSpPr>
            <a:cxnSpLocks/>
            <a:stCxn id="120" idx="3"/>
            <a:endCxn id="123" idx="1"/>
          </p:cNvCxnSpPr>
          <p:nvPr/>
        </p:nvCxnSpPr>
        <p:spPr>
          <a:xfrm>
            <a:off x="7762239" y="3182567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그림 242">
            <a:extLst>
              <a:ext uri="{FF2B5EF4-FFF2-40B4-BE49-F238E27FC236}">
                <a16:creationId xmlns:a16="http://schemas.microsoft.com/office/drawing/2014/main" id="{1529615F-7E5A-4D5A-AC3C-4BA55F2767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8" b="24923"/>
          <a:stretch/>
        </p:blipFill>
        <p:spPr>
          <a:xfrm>
            <a:off x="10438842" y="6299569"/>
            <a:ext cx="1468678" cy="31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9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75A6754-18F1-4FD3-A7A8-3930B666EC20}"/>
              </a:ext>
            </a:extLst>
          </p:cNvPr>
          <p:cNvSpPr txBox="1"/>
          <p:nvPr/>
        </p:nvSpPr>
        <p:spPr>
          <a:xfrm>
            <a:off x="248130" y="756284"/>
            <a:ext cx="3947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en-US" altLang="ko-KR" sz="1100" b="1" kern="0" dirty="0">
                <a:latin typeface="+mn-ea"/>
              </a:rPr>
              <a:t>1-1. </a:t>
            </a:r>
            <a:r>
              <a:rPr lang="ko-KR" altLang="en-US" sz="1100" b="1" kern="0" dirty="0">
                <a:latin typeface="+mn-ea"/>
              </a:rPr>
              <a:t>시스템 설계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3C4FE7-B2E6-4683-8482-5778E6F4338A}"/>
              </a:ext>
            </a:extLst>
          </p:cNvPr>
          <p:cNvSpPr/>
          <p:nvPr/>
        </p:nvSpPr>
        <p:spPr>
          <a:xfrm>
            <a:off x="0" y="0"/>
            <a:ext cx="12185978" cy="679849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9DC1F-1084-406E-B88B-B813A477632B}"/>
              </a:ext>
            </a:extLst>
          </p:cNvPr>
          <p:cNvSpPr txBox="1"/>
          <p:nvPr/>
        </p:nvSpPr>
        <p:spPr>
          <a:xfrm>
            <a:off x="734393" y="252613"/>
            <a:ext cx="260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400" b="1" kern="0" dirty="0">
                <a:latin typeface="+mn-ea"/>
              </a:rPr>
              <a:t>메시징 시스템 구축</a:t>
            </a:r>
            <a:endParaRPr lang="en-US" altLang="ko-KR" sz="1400" b="1" kern="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1C9A6-6BA2-439B-9DBF-01AD52530C9E}"/>
              </a:ext>
            </a:extLst>
          </p:cNvPr>
          <p:cNvSpPr txBox="1"/>
          <p:nvPr/>
        </p:nvSpPr>
        <p:spPr>
          <a:xfrm>
            <a:off x="152399" y="104589"/>
            <a:ext cx="679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01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E614AA-A91D-432C-BEE4-F1F9FC0E9BEA}"/>
              </a:ext>
            </a:extLst>
          </p:cNvPr>
          <p:cNvCxnSpPr>
            <a:cxnSpLocks/>
          </p:cNvCxnSpPr>
          <p:nvPr/>
        </p:nvCxnSpPr>
        <p:spPr>
          <a:xfrm flipV="1">
            <a:off x="11921089" y="252614"/>
            <a:ext cx="0" cy="30777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9D76D0-45F3-43E6-B572-D228E7E05BC9}"/>
              </a:ext>
            </a:extLst>
          </p:cNvPr>
          <p:cNvSpPr/>
          <p:nvPr/>
        </p:nvSpPr>
        <p:spPr>
          <a:xfrm rot="16200000">
            <a:off x="6038850" y="727261"/>
            <a:ext cx="114300" cy="1219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1BCB1DE-76EB-4205-8276-FA34A6D190E8}"/>
              </a:ext>
            </a:extLst>
          </p:cNvPr>
          <p:cNvGrpSpPr/>
          <p:nvPr/>
        </p:nvGrpSpPr>
        <p:grpSpPr>
          <a:xfrm>
            <a:off x="401319" y="1049790"/>
            <a:ext cx="3566160" cy="566928"/>
            <a:chOff x="401319" y="1049790"/>
            <a:chExt cx="3566160" cy="566928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A02B3D6C-F67D-4B72-A045-FCF4D1D6F73C}"/>
                </a:ext>
              </a:extLst>
            </p:cNvPr>
            <p:cNvSpPr/>
            <p:nvPr/>
          </p:nvSpPr>
          <p:spPr>
            <a:xfrm>
              <a:off x="40131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27" name="Text 2">
              <a:extLst>
                <a:ext uri="{FF2B5EF4-FFF2-40B4-BE49-F238E27FC236}">
                  <a16:creationId xmlns:a16="http://schemas.microsoft.com/office/drawing/2014/main" id="{B5B0D2D1-E5B7-492F-A315-F7E2A86D72CE}"/>
                </a:ext>
              </a:extLst>
            </p:cNvPr>
            <p:cNvSpPr/>
            <p:nvPr/>
          </p:nvSpPr>
          <p:spPr>
            <a:xfrm>
              <a:off x="51104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Windows C#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3F90C8-F8B8-4913-B7C1-E3BD1397C8FE}"/>
              </a:ext>
            </a:extLst>
          </p:cNvPr>
          <p:cNvGrpSpPr/>
          <p:nvPr/>
        </p:nvGrpSpPr>
        <p:grpSpPr>
          <a:xfrm>
            <a:off x="4196079" y="1049790"/>
            <a:ext cx="3566160" cy="566928"/>
            <a:chOff x="4196079" y="1049790"/>
            <a:chExt cx="3566160" cy="566928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E31F9A09-9D74-4841-808A-3B7C3603C47C}"/>
                </a:ext>
              </a:extLst>
            </p:cNvPr>
            <p:cNvSpPr/>
            <p:nvPr/>
          </p:nvSpPr>
          <p:spPr>
            <a:xfrm>
              <a:off x="419607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11CBE6FD-7585-4796-B67E-2CCA10FC5129}"/>
                </a:ext>
              </a:extLst>
            </p:cNvPr>
            <p:cNvSpPr/>
            <p:nvPr/>
          </p:nvSpPr>
          <p:spPr>
            <a:xfrm>
              <a:off x="430580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Android Java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43B605-B05C-4023-BB79-96F8D4DCE54E}"/>
              </a:ext>
            </a:extLst>
          </p:cNvPr>
          <p:cNvGrpSpPr/>
          <p:nvPr/>
        </p:nvGrpSpPr>
        <p:grpSpPr>
          <a:xfrm>
            <a:off x="7990839" y="1049790"/>
            <a:ext cx="3566160" cy="566928"/>
            <a:chOff x="7990839" y="1049790"/>
            <a:chExt cx="3566160" cy="566928"/>
          </a:xfrm>
        </p:grpSpPr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2BBC2A87-DF9F-4474-9B2C-42CCA402FE9F}"/>
                </a:ext>
              </a:extLst>
            </p:cNvPr>
            <p:cNvSpPr/>
            <p:nvPr/>
          </p:nvSpPr>
          <p:spPr>
            <a:xfrm>
              <a:off x="7990839" y="1049790"/>
              <a:ext cx="3566160" cy="566928"/>
            </a:xfrm>
            <a:prstGeom prst="roundRect">
              <a:avLst/>
            </a:prstGeom>
            <a:solidFill>
              <a:srgbClr val="F7F7F7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82A1B676-9494-42D6-8170-98D41E413366}"/>
                </a:ext>
              </a:extLst>
            </p:cNvPr>
            <p:cNvSpPr/>
            <p:nvPr/>
          </p:nvSpPr>
          <p:spPr>
            <a:xfrm>
              <a:off x="8100567" y="1092310"/>
              <a:ext cx="3346704" cy="4818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iOS Swift </a:t>
              </a:r>
              <a:r>
                <a:rPr lang="ko-KR" altLang="en-US" sz="13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클라이언트</a:t>
              </a:r>
              <a:endParaRPr lang="en-US" sz="130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B559A1-3839-41CF-994F-524524927C32}"/>
              </a:ext>
            </a:extLst>
          </p:cNvPr>
          <p:cNvGrpSpPr/>
          <p:nvPr/>
        </p:nvGrpSpPr>
        <p:grpSpPr>
          <a:xfrm>
            <a:off x="2047239" y="1936758"/>
            <a:ext cx="7863840" cy="713232"/>
            <a:chOff x="2138679" y="2556347"/>
            <a:chExt cx="7863840" cy="713232"/>
          </a:xfrm>
        </p:grpSpPr>
        <p:sp>
          <p:nvSpPr>
            <p:cNvPr id="106" name="Shape 7">
              <a:extLst>
                <a:ext uri="{FF2B5EF4-FFF2-40B4-BE49-F238E27FC236}">
                  <a16:creationId xmlns:a16="http://schemas.microsoft.com/office/drawing/2014/main" id="{C0393E01-BCBC-4418-BB37-02EC9516F33F}"/>
                </a:ext>
              </a:extLst>
            </p:cNvPr>
            <p:cNvSpPr/>
            <p:nvPr/>
          </p:nvSpPr>
          <p:spPr>
            <a:xfrm>
              <a:off x="2138679" y="2556347"/>
              <a:ext cx="7863840" cy="713232"/>
            </a:xfrm>
            <a:prstGeom prst="roundRect">
              <a:avLst/>
            </a:prstGeom>
            <a:solidFill>
              <a:srgbClr val="E8F0FE"/>
            </a:solidFill>
            <a:ln w="15240">
              <a:solidFill>
                <a:srgbClr val="3B6FB6"/>
              </a:solidFill>
              <a:prstDash val="solid"/>
            </a:ln>
          </p:spPr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7A4C341-3BF4-40E5-888F-BD8F821BC608}"/>
                </a:ext>
              </a:extLst>
            </p:cNvPr>
            <p:cNvGrpSpPr/>
            <p:nvPr/>
          </p:nvGrpSpPr>
          <p:grpSpPr>
            <a:xfrm>
              <a:off x="2248407" y="2603622"/>
              <a:ext cx="7644384" cy="618683"/>
              <a:chOff x="2248407" y="2557261"/>
              <a:chExt cx="7644384" cy="618683"/>
            </a:xfrm>
          </p:grpSpPr>
          <p:sp>
            <p:nvSpPr>
              <p:cNvPr id="107" name="Text 8">
                <a:extLst>
                  <a:ext uri="{FF2B5EF4-FFF2-40B4-BE49-F238E27FC236}">
                    <a16:creationId xmlns:a16="http://schemas.microsoft.com/office/drawing/2014/main" id="{CE4AEF48-C02E-464E-9D42-78B5FCC97BE4}"/>
                  </a:ext>
                </a:extLst>
              </p:cNvPr>
              <p:cNvSpPr/>
              <p:nvPr/>
            </p:nvSpPr>
            <p:spPr>
              <a:xfrm>
                <a:off x="2248407" y="2557261"/>
                <a:ext cx="7644384" cy="39227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Reverse Proxy (Nginx)</a:t>
                </a:r>
                <a:endParaRPr lang="en-US" sz="1400" dirty="0"/>
              </a:p>
            </p:txBody>
          </p:sp>
          <p:sp>
            <p:nvSpPr>
              <p:cNvPr id="108" name="Text 9">
                <a:extLst>
                  <a:ext uri="{FF2B5EF4-FFF2-40B4-BE49-F238E27FC236}">
                    <a16:creationId xmlns:a16="http://schemas.microsoft.com/office/drawing/2014/main" id="{BD36A981-4E41-4FB2-B06C-6080B7672A5E}"/>
                  </a:ext>
                </a:extLst>
              </p:cNvPr>
              <p:cNvSpPr/>
              <p:nvPr/>
            </p:nvSpPr>
            <p:spPr>
              <a:xfrm>
                <a:off x="2248407" y="2876387"/>
                <a:ext cx="7644384" cy="29955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TLS 종료 · 라우팅 · 업로드 제한</a:t>
                </a:r>
                <a:endParaRPr lang="en-US" sz="1000" dirty="0"/>
              </a:p>
            </p:txBody>
          </p:sp>
        </p:grpSp>
      </p:grp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133B95F-5F9B-4ACE-8F2F-0A75935B02CE}"/>
              </a:ext>
            </a:extLst>
          </p:cNvPr>
          <p:cNvCxnSpPr>
            <a:stCxn id="35" idx="2"/>
            <a:endCxn id="106" idx="0"/>
          </p:cNvCxnSpPr>
          <p:nvPr/>
        </p:nvCxnSpPr>
        <p:spPr>
          <a:xfrm>
            <a:off x="597915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11">
            <a:extLst>
              <a:ext uri="{FF2B5EF4-FFF2-40B4-BE49-F238E27FC236}">
                <a16:creationId xmlns:a16="http://schemas.microsoft.com/office/drawing/2014/main" id="{7C560C88-EC79-47C4-B43A-1B8375C80B5E}"/>
              </a:ext>
            </a:extLst>
          </p:cNvPr>
          <p:cNvSpPr/>
          <p:nvPr/>
        </p:nvSpPr>
        <p:spPr>
          <a:xfrm>
            <a:off x="734393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(REST)</a:t>
            </a:r>
            <a:endParaRPr lang="en-US" sz="900" dirty="0"/>
          </a:p>
        </p:txBody>
      </p:sp>
      <p:sp>
        <p:nvSpPr>
          <p:cNvPr id="112" name="Text 13">
            <a:extLst>
              <a:ext uri="{FF2B5EF4-FFF2-40B4-BE49-F238E27FC236}">
                <a16:creationId xmlns:a16="http://schemas.microsoft.com/office/drawing/2014/main" id="{0AC5A3FA-1025-4C60-8CFB-E07A4D7CBF77}"/>
              </a:ext>
            </a:extLst>
          </p:cNvPr>
          <p:cNvSpPr/>
          <p:nvPr/>
        </p:nvSpPr>
        <p:spPr>
          <a:xfrm>
            <a:off x="4478019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(Realtime)</a:t>
            </a:r>
            <a:endParaRPr lang="en-US" sz="900" dirty="0"/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1E729F70-D8EC-40CF-A89F-B76398F4712A}"/>
              </a:ext>
            </a:extLst>
          </p:cNvPr>
          <p:cNvSpPr/>
          <p:nvPr/>
        </p:nvSpPr>
        <p:spPr>
          <a:xfrm>
            <a:off x="7929243" y="16395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(APNs/FCM/Windows)</a:t>
            </a:r>
            <a:endParaRPr lang="en-US" sz="900" dirty="0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20D497BE-42DC-4C36-88A0-B91B73E9AE3A}"/>
              </a:ext>
            </a:extLst>
          </p:cNvPr>
          <p:cNvCxnSpPr>
            <a:cxnSpLocks/>
          </p:cNvCxnSpPr>
          <p:nvPr/>
        </p:nvCxnSpPr>
        <p:spPr>
          <a:xfrm>
            <a:off x="977391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7F36E56-5A73-4C87-9D50-AB16D90BB08B}"/>
              </a:ext>
            </a:extLst>
          </p:cNvPr>
          <p:cNvCxnSpPr>
            <a:cxnSpLocks/>
          </p:cNvCxnSpPr>
          <p:nvPr/>
        </p:nvCxnSpPr>
        <p:spPr>
          <a:xfrm>
            <a:off x="2184399" y="1616718"/>
            <a:ext cx="0" cy="32004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650ACF2-36CF-4634-B8B6-CE8342BF9127}"/>
              </a:ext>
            </a:extLst>
          </p:cNvPr>
          <p:cNvGrpSpPr/>
          <p:nvPr/>
        </p:nvGrpSpPr>
        <p:grpSpPr>
          <a:xfrm>
            <a:off x="401319" y="2899103"/>
            <a:ext cx="3566160" cy="566928"/>
            <a:chOff x="401319" y="2971507"/>
            <a:chExt cx="3566160" cy="566928"/>
          </a:xfrm>
        </p:grpSpPr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FA61A7DB-E740-4CE3-9374-30F905713DEA}"/>
                </a:ext>
              </a:extLst>
            </p:cNvPr>
            <p:cNvSpPr/>
            <p:nvPr/>
          </p:nvSpPr>
          <p:spPr>
            <a:xfrm>
              <a:off x="40131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3949AA7-A878-4534-BB3A-BBDFE89E3232}"/>
                </a:ext>
              </a:extLst>
            </p:cNvPr>
            <p:cNvGrpSpPr/>
            <p:nvPr/>
          </p:nvGrpSpPr>
          <p:grpSpPr>
            <a:xfrm>
              <a:off x="511047" y="3016587"/>
              <a:ext cx="3346704" cy="476768"/>
              <a:chOff x="511047" y="3044659"/>
              <a:chExt cx="3346704" cy="476768"/>
            </a:xfrm>
          </p:grpSpPr>
          <p:sp>
            <p:nvSpPr>
              <p:cNvPr id="118" name="Text 17">
                <a:extLst>
                  <a:ext uri="{FF2B5EF4-FFF2-40B4-BE49-F238E27FC236}">
                    <a16:creationId xmlns:a16="http://schemas.microsoft.com/office/drawing/2014/main" id="{A13EEA22-5D56-4830-BC45-3EAF73848A5A}"/>
                  </a:ext>
                </a:extLst>
              </p:cNvPr>
              <p:cNvSpPr/>
              <p:nvPr/>
            </p:nvSpPr>
            <p:spPr>
              <a:xfrm>
                <a:off x="51104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Auth/IdP</a:t>
                </a:r>
                <a:endParaRPr lang="en-US" sz="1300" dirty="0"/>
              </a:p>
            </p:txBody>
          </p:sp>
          <p:sp>
            <p:nvSpPr>
              <p:cNvPr id="119" name="Text 18">
                <a:extLst>
                  <a:ext uri="{FF2B5EF4-FFF2-40B4-BE49-F238E27FC236}">
                    <a16:creationId xmlns:a16="http://schemas.microsoft.com/office/drawing/2014/main" id="{822B23B2-3427-4E9F-91F3-8EFB8AF35334}"/>
                  </a:ext>
                </a:extLst>
              </p:cNvPr>
              <p:cNvSpPr/>
              <p:nvPr/>
            </p:nvSpPr>
            <p:spPr>
              <a:xfrm>
                <a:off x="51104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(Keycloak)</a:t>
                </a:r>
                <a:endParaRPr lang="en-US" sz="1000" dirty="0"/>
              </a:p>
            </p:txBody>
          </p:sp>
        </p:grp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528721C-6E8A-4F30-A76A-B8A9B8F069AC}"/>
              </a:ext>
            </a:extLst>
          </p:cNvPr>
          <p:cNvGrpSpPr/>
          <p:nvPr/>
        </p:nvGrpSpPr>
        <p:grpSpPr>
          <a:xfrm>
            <a:off x="4196079" y="2899103"/>
            <a:ext cx="3566160" cy="566928"/>
            <a:chOff x="4196079" y="2971507"/>
            <a:chExt cx="3566160" cy="566928"/>
          </a:xfrm>
        </p:grpSpPr>
        <p:sp>
          <p:nvSpPr>
            <p:cNvPr id="120" name="Shape 19">
              <a:extLst>
                <a:ext uri="{FF2B5EF4-FFF2-40B4-BE49-F238E27FC236}">
                  <a16:creationId xmlns:a16="http://schemas.microsoft.com/office/drawing/2014/main" id="{FAAC09D8-7A5A-4211-9C4E-D390225D6AB8}"/>
                </a:ext>
              </a:extLst>
            </p:cNvPr>
            <p:cNvSpPr/>
            <p:nvPr/>
          </p:nvSpPr>
          <p:spPr>
            <a:xfrm>
              <a:off x="419607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407E748-66C4-4E04-A49D-1897031B097D}"/>
                </a:ext>
              </a:extLst>
            </p:cNvPr>
            <p:cNvGrpSpPr/>
            <p:nvPr/>
          </p:nvGrpSpPr>
          <p:grpSpPr>
            <a:xfrm>
              <a:off x="4305807" y="3016587"/>
              <a:ext cx="3346704" cy="476768"/>
              <a:chOff x="4305807" y="3044659"/>
              <a:chExt cx="3346704" cy="476768"/>
            </a:xfrm>
          </p:grpSpPr>
          <p:sp>
            <p:nvSpPr>
              <p:cNvPr id="121" name="Text 20">
                <a:extLst>
                  <a:ext uri="{FF2B5EF4-FFF2-40B4-BE49-F238E27FC236}">
                    <a16:creationId xmlns:a16="http://schemas.microsoft.com/office/drawing/2014/main" id="{65D373F6-0FED-4020-AE63-968DF5426481}"/>
                  </a:ext>
                </a:extLst>
              </p:cNvPr>
              <p:cNvSpPr/>
              <p:nvPr/>
            </p:nvSpPr>
            <p:spPr>
              <a:xfrm>
                <a:off x="430580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Chat API</a:t>
                </a:r>
                <a:endParaRPr lang="en-US" sz="1300" dirty="0"/>
              </a:p>
            </p:txBody>
          </p:sp>
          <p:sp>
            <p:nvSpPr>
              <p:cNvPr id="122" name="Text 21">
                <a:extLst>
                  <a:ext uri="{FF2B5EF4-FFF2-40B4-BE49-F238E27FC236}">
                    <a16:creationId xmlns:a16="http://schemas.microsoft.com/office/drawing/2014/main" id="{877D34C0-31CB-4F29-AABE-4DA1B17D7C2F}"/>
                  </a:ext>
                </a:extLst>
              </p:cNvPr>
              <p:cNvSpPr/>
              <p:nvPr/>
            </p:nvSpPr>
            <p:spPr>
              <a:xfrm>
                <a:off x="430580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(REST)</a:t>
                </a:r>
                <a:endParaRPr lang="en-US" sz="1000" dirty="0"/>
              </a:p>
            </p:txBody>
          </p:sp>
        </p:grp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47AEC23-709F-4648-813F-98487C260734}"/>
              </a:ext>
            </a:extLst>
          </p:cNvPr>
          <p:cNvGrpSpPr/>
          <p:nvPr/>
        </p:nvGrpSpPr>
        <p:grpSpPr>
          <a:xfrm>
            <a:off x="7990839" y="2899103"/>
            <a:ext cx="3566160" cy="566928"/>
            <a:chOff x="7990839" y="2971507"/>
            <a:chExt cx="3566160" cy="566928"/>
          </a:xfrm>
        </p:grpSpPr>
        <p:sp>
          <p:nvSpPr>
            <p:cNvPr id="123" name="Shape 22">
              <a:extLst>
                <a:ext uri="{FF2B5EF4-FFF2-40B4-BE49-F238E27FC236}">
                  <a16:creationId xmlns:a16="http://schemas.microsoft.com/office/drawing/2014/main" id="{52670089-860A-4FA9-B218-70CC11F9619E}"/>
                </a:ext>
              </a:extLst>
            </p:cNvPr>
            <p:cNvSpPr/>
            <p:nvPr/>
          </p:nvSpPr>
          <p:spPr>
            <a:xfrm>
              <a:off x="7990839" y="2971507"/>
              <a:ext cx="3566160" cy="566928"/>
            </a:xfrm>
            <a:prstGeom prst="roundRect">
              <a:avLst/>
            </a:prstGeom>
            <a:solidFill>
              <a:srgbClr val="E9F7EF"/>
            </a:solidFill>
            <a:ln w="13970">
              <a:solidFill>
                <a:srgbClr val="2E7D32"/>
              </a:solidFill>
              <a:prstDash val="solid"/>
            </a:ln>
          </p:spPr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8FB538A-23A2-400B-81C2-EE5A2B3115D8}"/>
                </a:ext>
              </a:extLst>
            </p:cNvPr>
            <p:cNvGrpSpPr/>
            <p:nvPr/>
          </p:nvGrpSpPr>
          <p:grpSpPr>
            <a:xfrm>
              <a:off x="8100567" y="3016587"/>
              <a:ext cx="3346704" cy="476768"/>
              <a:chOff x="8100567" y="3044659"/>
              <a:chExt cx="3346704" cy="476768"/>
            </a:xfrm>
          </p:grpSpPr>
          <p:sp>
            <p:nvSpPr>
              <p:cNvPr id="124" name="Text 23">
                <a:extLst>
                  <a:ext uri="{FF2B5EF4-FFF2-40B4-BE49-F238E27FC236}">
                    <a16:creationId xmlns:a16="http://schemas.microsoft.com/office/drawing/2014/main" id="{35388FCF-A3E6-4C47-8C7F-F669939CF8F3}"/>
                  </a:ext>
                </a:extLst>
              </p:cNvPr>
              <p:cNvSpPr/>
              <p:nvPr/>
            </p:nvSpPr>
            <p:spPr>
              <a:xfrm>
                <a:off x="8100567" y="30446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Realtime Gateway</a:t>
                </a:r>
                <a:endParaRPr lang="en-US" sz="1300" dirty="0"/>
              </a:p>
            </p:txBody>
          </p:sp>
          <p:sp>
            <p:nvSpPr>
              <p:cNvPr id="125" name="Text 24">
                <a:extLst>
                  <a:ext uri="{FF2B5EF4-FFF2-40B4-BE49-F238E27FC236}">
                    <a16:creationId xmlns:a16="http://schemas.microsoft.com/office/drawing/2014/main" id="{EB8B3986-0A1B-490E-B203-9801530B1A72}"/>
                  </a:ext>
                </a:extLst>
              </p:cNvPr>
              <p:cNvSpPr/>
              <p:nvPr/>
            </p:nvSpPr>
            <p:spPr>
              <a:xfrm>
                <a:off x="8100567" y="32833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(WebSocket/Hub)</a:t>
                </a:r>
                <a:endParaRPr lang="en-US" sz="1000" dirty="0"/>
              </a:p>
            </p:txBody>
          </p:sp>
        </p:grpSp>
      </p:grp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4EB5014-E73B-4214-9876-BCDA9629E7AB}"/>
              </a:ext>
            </a:extLst>
          </p:cNvPr>
          <p:cNvCxnSpPr>
            <a:cxnSpLocks/>
            <a:stCxn id="106" idx="2"/>
            <a:endCxn id="117" idx="0"/>
          </p:cNvCxnSpPr>
          <p:nvPr/>
        </p:nvCxnSpPr>
        <p:spPr>
          <a:xfrm rot="5400000">
            <a:off x="3957223" y="877166"/>
            <a:ext cx="249113" cy="3794760"/>
          </a:xfrm>
          <a:prstGeom prst="bentConnector3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3091AA4E-4CEB-4374-8B83-2A96BCEC2014}"/>
              </a:ext>
            </a:extLst>
          </p:cNvPr>
          <p:cNvCxnSpPr>
            <a:cxnSpLocks/>
            <a:stCxn id="106" idx="2"/>
            <a:endCxn id="123" idx="0"/>
          </p:cNvCxnSpPr>
          <p:nvPr/>
        </p:nvCxnSpPr>
        <p:spPr>
          <a:xfrm rot="16200000" flipH="1">
            <a:off x="7751983" y="877166"/>
            <a:ext cx="249113" cy="3794760"/>
          </a:xfrm>
          <a:prstGeom prst="bentConnector3">
            <a:avLst>
              <a:gd name="adj1" fmla="val 50000"/>
            </a:avLst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E2EE979-7F69-4AF3-A910-7E6BEA3E03C6}"/>
              </a:ext>
            </a:extLst>
          </p:cNvPr>
          <p:cNvCxnSpPr>
            <a:cxnSpLocks/>
            <a:stCxn id="106" idx="2"/>
            <a:endCxn id="120" idx="0"/>
          </p:cNvCxnSpPr>
          <p:nvPr/>
        </p:nvCxnSpPr>
        <p:spPr>
          <a:xfrm>
            <a:off x="5979159" y="2649990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26E4D66-B6E0-4C1A-A653-F211CCE02433}"/>
              </a:ext>
            </a:extLst>
          </p:cNvPr>
          <p:cNvGrpSpPr/>
          <p:nvPr/>
        </p:nvGrpSpPr>
        <p:grpSpPr>
          <a:xfrm>
            <a:off x="401319" y="3715144"/>
            <a:ext cx="3566160" cy="566928"/>
            <a:chOff x="401319" y="3860607"/>
            <a:chExt cx="3566160" cy="566928"/>
          </a:xfrm>
        </p:grpSpPr>
        <p:sp>
          <p:nvSpPr>
            <p:cNvPr id="139" name="Shape 32">
              <a:extLst>
                <a:ext uri="{FF2B5EF4-FFF2-40B4-BE49-F238E27FC236}">
                  <a16:creationId xmlns:a16="http://schemas.microsoft.com/office/drawing/2014/main" id="{CB02A937-12EA-4B89-96B3-BEB8D130B5F1}"/>
                </a:ext>
              </a:extLst>
            </p:cNvPr>
            <p:cNvSpPr/>
            <p:nvPr/>
          </p:nvSpPr>
          <p:spPr>
            <a:xfrm>
              <a:off x="40131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7D2B0CDA-9D0B-4988-995A-F84208DEE675}"/>
                </a:ext>
              </a:extLst>
            </p:cNvPr>
            <p:cNvGrpSpPr/>
            <p:nvPr/>
          </p:nvGrpSpPr>
          <p:grpSpPr>
            <a:xfrm>
              <a:off x="511047" y="3905687"/>
              <a:ext cx="3346704" cy="476768"/>
              <a:chOff x="511047" y="3933759"/>
              <a:chExt cx="3346704" cy="476768"/>
            </a:xfrm>
          </p:grpSpPr>
          <p:sp>
            <p:nvSpPr>
              <p:cNvPr id="140" name="Text 33">
                <a:extLst>
                  <a:ext uri="{FF2B5EF4-FFF2-40B4-BE49-F238E27FC236}">
                    <a16:creationId xmlns:a16="http://schemas.microsoft.com/office/drawing/2014/main" id="{4DBFFE17-535B-4ACE-BCB2-4F5351E1CC08}"/>
                  </a:ext>
                </a:extLst>
              </p:cNvPr>
              <p:cNvSpPr/>
              <p:nvPr/>
            </p:nvSpPr>
            <p:spPr>
              <a:xfrm>
                <a:off x="51104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Org/Profile</a:t>
                </a:r>
                <a:endParaRPr lang="en-US" sz="1300" dirty="0"/>
              </a:p>
            </p:txBody>
          </p:sp>
          <p:sp>
            <p:nvSpPr>
              <p:cNvPr id="141" name="Text 34">
                <a:extLst>
                  <a:ext uri="{FF2B5EF4-FFF2-40B4-BE49-F238E27FC236}">
                    <a16:creationId xmlns:a16="http://schemas.microsoft.com/office/drawing/2014/main" id="{113C9434-9BEA-48F5-98B2-9D62EF676650}"/>
                  </a:ext>
                </a:extLst>
              </p:cNvPr>
              <p:cNvSpPr/>
              <p:nvPr/>
            </p:nvSpPr>
            <p:spPr>
              <a:xfrm>
                <a:off x="51104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Service</a:t>
                </a:r>
                <a:endParaRPr lang="en-US" sz="1000" dirty="0"/>
              </a:p>
            </p:txBody>
          </p:sp>
        </p:grp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C89D54B-F61E-44A6-9578-B7AD4442CDE2}"/>
              </a:ext>
            </a:extLst>
          </p:cNvPr>
          <p:cNvGrpSpPr/>
          <p:nvPr/>
        </p:nvGrpSpPr>
        <p:grpSpPr>
          <a:xfrm>
            <a:off x="4196079" y="3715144"/>
            <a:ext cx="3566160" cy="566928"/>
            <a:chOff x="4196079" y="3860607"/>
            <a:chExt cx="3566160" cy="566928"/>
          </a:xfrm>
        </p:grpSpPr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4EBE6CDD-15B2-4714-9C16-FA3BAD7D1A4D}"/>
                </a:ext>
              </a:extLst>
            </p:cNvPr>
            <p:cNvSpPr/>
            <p:nvPr/>
          </p:nvSpPr>
          <p:spPr>
            <a:xfrm>
              <a:off x="419607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06512794-2468-4103-9C52-9CFDC4E0AF4A}"/>
                </a:ext>
              </a:extLst>
            </p:cNvPr>
            <p:cNvGrpSpPr/>
            <p:nvPr/>
          </p:nvGrpSpPr>
          <p:grpSpPr>
            <a:xfrm>
              <a:off x="4305807" y="3905687"/>
              <a:ext cx="3346704" cy="476768"/>
              <a:chOff x="4305807" y="3933759"/>
              <a:chExt cx="3346704" cy="476768"/>
            </a:xfrm>
          </p:grpSpPr>
          <p:sp>
            <p:nvSpPr>
              <p:cNvPr id="143" name="Text 36">
                <a:extLst>
                  <a:ext uri="{FF2B5EF4-FFF2-40B4-BE49-F238E27FC236}">
                    <a16:creationId xmlns:a16="http://schemas.microsoft.com/office/drawing/2014/main" id="{5F0ADDDE-BC6E-4D25-9672-08E3D09ACF72}"/>
                  </a:ext>
                </a:extLst>
              </p:cNvPr>
              <p:cNvSpPr/>
              <p:nvPr/>
            </p:nvSpPr>
            <p:spPr>
              <a:xfrm>
                <a:off x="430580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Message Store</a:t>
                </a:r>
                <a:endParaRPr lang="en-US" sz="1300" dirty="0"/>
              </a:p>
            </p:txBody>
          </p:sp>
          <p:sp>
            <p:nvSpPr>
              <p:cNvPr id="144" name="Text 37">
                <a:extLst>
                  <a:ext uri="{FF2B5EF4-FFF2-40B4-BE49-F238E27FC236}">
                    <a16:creationId xmlns:a16="http://schemas.microsoft.com/office/drawing/2014/main" id="{D137D032-59AD-452D-AB75-544D50FE061D}"/>
                  </a:ext>
                </a:extLst>
              </p:cNvPr>
              <p:cNvSpPr/>
              <p:nvPr/>
            </p:nvSpPr>
            <p:spPr>
              <a:xfrm>
                <a:off x="430580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(DB)</a:t>
                </a:r>
                <a:endParaRPr lang="en-US" sz="1000" dirty="0"/>
              </a:p>
            </p:txBody>
          </p:sp>
        </p:grp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0D61511A-282A-4898-9B25-0839464E45CE}"/>
              </a:ext>
            </a:extLst>
          </p:cNvPr>
          <p:cNvGrpSpPr/>
          <p:nvPr/>
        </p:nvGrpSpPr>
        <p:grpSpPr>
          <a:xfrm>
            <a:off x="7990839" y="3715144"/>
            <a:ext cx="3566160" cy="566928"/>
            <a:chOff x="7990839" y="3860607"/>
            <a:chExt cx="3566160" cy="566928"/>
          </a:xfrm>
        </p:grpSpPr>
        <p:sp>
          <p:nvSpPr>
            <p:cNvPr id="145" name="Shape 38">
              <a:extLst>
                <a:ext uri="{FF2B5EF4-FFF2-40B4-BE49-F238E27FC236}">
                  <a16:creationId xmlns:a16="http://schemas.microsoft.com/office/drawing/2014/main" id="{BF812195-5B22-4695-8CB5-4E9E8E801063}"/>
                </a:ext>
              </a:extLst>
            </p:cNvPr>
            <p:cNvSpPr/>
            <p:nvPr/>
          </p:nvSpPr>
          <p:spPr>
            <a:xfrm>
              <a:off x="7990839" y="3860607"/>
              <a:ext cx="3566160" cy="566928"/>
            </a:xfrm>
            <a:prstGeom prst="roundRect">
              <a:avLst/>
            </a:prstGeom>
            <a:solidFill>
              <a:srgbClr val="FFF4E5"/>
            </a:solidFill>
            <a:ln w="13970">
              <a:solidFill>
                <a:srgbClr val="B26A00"/>
              </a:solidFill>
              <a:prstDash val="solid"/>
            </a:ln>
          </p:spPr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5C83CFD-44AA-48E0-B4CC-3C0132F6846E}"/>
                </a:ext>
              </a:extLst>
            </p:cNvPr>
            <p:cNvGrpSpPr/>
            <p:nvPr/>
          </p:nvGrpSpPr>
          <p:grpSpPr>
            <a:xfrm>
              <a:off x="8100567" y="3905687"/>
              <a:ext cx="3346704" cy="476768"/>
              <a:chOff x="8100567" y="3933759"/>
              <a:chExt cx="3346704" cy="476768"/>
            </a:xfrm>
          </p:grpSpPr>
          <p:sp>
            <p:nvSpPr>
              <p:cNvPr id="146" name="Text 39">
                <a:extLst>
                  <a:ext uri="{FF2B5EF4-FFF2-40B4-BE49-F238E27FC236}">
                    <a16:creationId xmlns:a16="http://schemas.microsoft.com/office/drawing/2014/main" id="{CAA25051-C32F-496E-8474-ABBB4AC2D785}"/>
                  </a:ext>
                </a:extLst>
              </p:cNvPr>
              <p:cNvSpPr/>
              <p:nvPr/>
            </p:nvSpPr>
            <p:spPr>
              <a:xfrm>
                <a:off x="8100567" y="3933759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Notification Svc</a:t>
                </a:r>
                <a:endParaRPr lang="en-US" sz="1300" dirty="0"/>
              </a:p>
            </p:txBody>
          </p:sp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D1AA62C1-7136-4FBB-8840-F1A37CF9B6EC}"/>
                  </a:ext>
                </a:extLst>
              </p:cNvPr>
              <p:cNvSpPr/>
              <p:nvPr/>
            </p:nvSpPr>
            <p:spPr>
              <a:xfrm>
                <a:off x="8100567" y="4172417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(Push + Badge)</a:t>
                </a:r>
                <a:endParaRPr lang="en-US" sz="10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A5DF415A-0C99-4DB3-9D15-421F0EE0668E}"/>
              </a:ext>
            </a:extLst>
          </p:cNvPr>
          <p:cNvGrpSpPr/>
          <p:nvPr/>
        </p:nvGrpSpPr>
        <p:grpSpPr>
          <a:xfrm>
            <a:off x="401319" y="4531185"/>
            <a:ext cx="3566160" cy="566928"/>
            <a:chOff x="401319" y="4760162"/>
            <a:chExt cx="3566160" cy="566928"/>
          </a:xfrm>
        </p:grpSpPr>
        <p:sp>
          <p:nvSpPr>
            <p:cNvPr id="148" name="Shape 44">
              <a:extLst>
                <a:ext uri="{FF2B5EF4-FFF2-40B4-BE49-F238E27FC236}">
                  <a16:creationId xmlns:a16="http://schemas.microsoft.com/office/drawing/2014/main" id="{4F8950DF-FF77-4466-8A0A-5DA3F1A2ABA3}"/>
                </a:ext>
              </a:extLst>
            </p:cNvPr>
            <p:cNvSpPr/>
            <p:nvPr/>
          </p:nvSpPr>
          <p:spPr>
            <a:xfrm>
              <a:off x="40131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7B2FED59-65B9-416E-8A2F-FE1978276092}"/>
                </a:ext>
              </a:extLst>
            </p:cNvPr>
            <p:cNvGrpSpPr/>
            <p:nvPr/>
          </p:nvGrpSpPr>
          <p:grpSpPr>
            <a:xfrm>
              <a:off x="511047" y="4805242"/>
              <a:ext cx="3346704" cy="476768"/>
              <a:chOff x="511047" y="4833314"/>
              <a:chExt cx="3346704" cy="476768"/>
            </a:xfrm>
          </p:grpSpPr>
          <p:sp>
            <p:nvSpPr>
              <p:cNvPr id="149" name="Text 45">
                <a:extLst>
                  <a:ext uri="{FF2B5EF4-FFF2-40B4-BE49-F238E27FC236}">
                    <a16:creationId xmlns:a16="http://schemas.microsoft.com/office/drawing/2014/main" id="{F1792C73-4ED3-4E83-9EDE-376491D84CCB}"/>
                  </a:ext>
                </a:extLst>
              </p:cNvPr>
              <p:cNvSpPr/>
              <p:nvPr/>
            </p:nvSpPr>
            <p:spPr>
              <a:xfrm>
                <a:off x="51104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Search Indexer</a:t>
                </a:r>
                <a:endParaRPr lang="en-US" sz="1300" dirty="0"/>
              </a:p>
            </p:txBody>
          </p:sp>
          <p:sp>
            <p:nvSpPr>
              <p:cNvPr id="150" name="Text 46">
                <a:extLst>
                  <a:ext uri="{FF2B5EF4-FFF2-40B4-BE49-F238E27FC236}">
                    <a16:creationId xmlns:a16="http://schemas.microsoft.com/office/drawing/2014/main" id="{7F9D54D0-C26D-4B69-BC47-D1DF956ED9B8}"/>
                  </a:ext>
                </a:extLst>
              </p:cNvPr>
              <p:cNvSpPr/>
              <p:nvPr/>
            </p:nvSpPr>
            <p:spPr>
              <a:xfrm>
                <a:off x="51104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(Elastic)</a:t>
                </a:r>
                <a:endParaRPr lang="en-US" sz="1000" dirty="0"/>
              </a:p>
            </p:txBody>
          </p:sp>
        </p:grp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DDC6F288-3D3E-46ED-9B8C-698A20A317D5}"/>
              </a:ext>
            </a:extLst>
          </p:cNvPr>
          <p:cNvGrpSpPr/>
          <p:nvPr/>
        </p:nvGrpSpPr>
        <p:grpSpPr>
          <a:xfrm>
            <a:off x="4196079" y="4531185"/>
            <a:ext cx="3566160" cy="566928"/>
            <a:chOff x="4196079" y="4760162"/>
            <a:chExt cx="3566160" cy="566928"/>
          </a:xfrm>
        </p:grpSpPr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ACB7CADD-4DCC-42AD-930E-7D9538E94AAF}"/>
                </a:ext>
              </a:extLst>
            </p:cNvPr>
            <p:cNvSpPr/>
            <p:nvPr/>
          </p:nvSpPr>
          <p:spPr>
            <a:xfrm>
              <a:off x="419607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EF3ED5B0-EF1A-42A2-A8B7-E48C79FC38BC}"/>
                </a:ext>
              </a:extLst>
            </p:cNvPr>
            <p:cNvGrpSpPr/>
            <p:nvPr/>
          </p:nvGrpSpPr>
          <p:grpSpPr>
            <a:xfrm>
              <a:off x="4305807" y="4805242"/>
              <a:ext cx="3346704" cy="476768"/>
              <a:chOff x="4305807" y="4833314"/>
              <a:chExt cx="3346704" cy="476768"/>
            </a:xfrm>
          </p:grpSpPr>
          <p:sp>
            <p:nvSpPr>
              <p:cNvPr id="152" name="Text 48">
                <a:extLst>
                  <a:ext uri="{FF2B5EF4-FFF2-40B4-BE49-F238E27FC236}">
                    <a16:creationId xmlns:a16="http://schemas.microsoft.com/office/drawing/2014/main" id="{E8D22FEB-CAF7-4900-8DA2-3945080797E6}"/>
                  </a:ext>
                </a:extLst>
              </p:cNvPr>
              <p:cNvSpPr/>
              <p:nvPr/>
            </p:nvSpPr>
            <p:spPr>
              <a:xfrm>
                <a:off x="430580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Outbox/EventBus</a:t>
                </a:r>
                <a:endParaRPr lang="en-US" sz="1300" dirty="0"/>
              </a:p>
            </p:txBody>
          </p:sp>
          <p:sp>
            <p:nvSpPr>
              <p:cNvPr id="153" name="Text 49">
                <a:extLst>
                  <a:ext uri="{FF2B5EF4-FFF2-40B4-BE49-F238E27FC236}">
                    <a16:creationId xmlns:a16="http://schemas.microsoft.com/office/drawing/2014/main" id="{F582E0B2-1029-4BFF-937C-5DA76F87E0E9}"/>
                  </a:ext>
                </a:extLst>
              </p:cNvPr>
              <p:cNvSpPr/>
              <p:nvPr/>
            </p:nvSpPr>
            <p:spPr>
              <a:xfrm>
                <a:off x="430580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(Redis / NATS)</a:t>
                </a:r>
                <a:endParaRPr lang="en-US" sz="1000" dirty="0"/>
              </a:p>
            </p:txBody>
          </p:sp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D36D9E7F-D918-4FB0-B134-906355F02072}"/>
              </a:ext>
            </a:extLst>
          </p:cNvPr>
          <p:cNvGrpSpPr/>
          <p:nvPr/>
        </p:nvGrpSpPr>
        <p:grpSpPr>
          <a:xfrm>
            <a:off x="7990839" y="4531185"/>
            <a:ext cx="3566160" cy="566928"/>
            <a:chOff x="7990839" y="4760162"/>
            <a:chExt cx="3566160" cy="566928"/>
          </a:xfrm>
        </p:grpSpPr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4BD695AC-3318-4F81-9FE4-97103B5219C3}"/>
                </a:ext>
              </a:extLst>
            </p:cNvPr>
            <p:cNvSpPr/>
            <p:nvPr/>
          </p:nvSpPr>
          <p:spPr>
            <a:xfrm>
              <a:off x="7990839" y="4760162"/>
              <a:ext cx="3566160" cy="566928"/>
            </a:xfrm>
            <a:prstGeom prst="roundRect">
              <a:avLst/>
            </a:prstGeom>
            <a:solidFill>
              <a:srgbClr val="F3E5F5"/>
            </a:solidFill>
            <a:ln w="13970">
              <a:solidFill>
                <a:srgbClr val="6A1B9A"/>
              </a:solidFill>
              <a:prstDash val="solid"/>
            </a:ln>
          </p:spPr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579E6CB0-33F5-483C-86CC-0E396F912D2E}"/>
                </a:ext>
              </a:extLst>
            </p:cNvPr>
            <p:cNvGrpSpPr/>
            <p:nvPr/>
          </p:nvGrpSpPr>
          <p:grpSpPr>
            <a:xfrm>
              <a:off x="8100567" y="4805242"/>
              <a:ext cx="3346704" cy="476768"/>
              <a:chOff x="8100567" y="4833314"/>
              <a:chExt cx="3346704" cy="476768"/>
            </a:xfrm>
          </p:grpSpPr>
          <p:sp>
            <p:nvSpPr>
              <p:cNvPr id="155" name="Text 51">
                <a:extLst>
                  <a:ext uri="{FF2B5EF4-FFF2-40B4-BE49-F238E27FC236}">
                    <a16:creationId xmlns:a16="http://schemas.microsoft.com/office/drawing/2014/main" id="{B511891B-BB13-4D8A-ADAB-75A266B08606}"/>
                  </a:ext>
                </a:extLst>
              </p:cNvPr>
              <p:cNvSpPr/>
              <p:nvPr/>
            </p:nvSpPr>
            <p:spPr>
              <a:xfrm>
                <a:off x="8100567" y="4833314"/>
                <a:ext cx="3346704" cy="3118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Link Preview</a:t>
                </a:r>
                <a:endParaRPr lang="en-US" sz="1300" dirty="0"/>
              </a:p>
            </p:txBody>
          </p:sp>
          <p:sp>
            <p:nvSpPr>
              <p:cNvPr id="156" name="Text 52">
                <a:extLst>
                  <a:ext uri="{FF2B5EF4-FFF2-40B4-BE49-F238E27FC236}">
                    <a16:creationId xmlns:a16="http://schemas.microsoft.com/office/drawing/2014/main" id="{2FD2A8DA-41F0-410F-9EF3-4D24633F22CD}"/>
                  </a:ext>
                </a:extLst>
              </p:cNvPr>
              <p:cNvSpPr/>
              <p:nvPr/>
            </p:nvSpPr>
            <p:spPr>
              <a:xfrm>
                <a:off x="8100567" y="5071972"/>
                <a:ext cx="3346704" cy="2381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Worker + SSRF 방어</a:t>
                </a:r>
                <a:endParaRPr lang="en-US" sz="1000" dirty="0"/>
              </a:p>
            </p:txBody>
          </p:sp>
        </p:grp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52A04824-7328-4D9E-9CD5-494AB630898D}"/>
              </a:ext>
            </a:extLst>
          </p:cNvPr>
          <p:cNvGrpSpPr/>
          <p:nvPr/>
        </p:nvGrpSpPr>
        <p:grpSpPr>
          <a:xfrm>
            <a:off x="812799" y="5347226"/>
            <a:ext cx="2743200" cy="502920"/>
            <a:chOff x="904239" y="5659717"/>
            <a:chExt cx="2743200" cy="502920"/>
          </a:xfrm>
        </p:grpSpPr>
        <p:sp>
          <p:nvSpPr>
            <p:cNvPr id="160" name="Shape 59">
              <a:extLst>
                <a:ext uri="{FF2B5EF4-FFF2-40B4-BE49-F238E27FC236}">
                  <a16:creationId xmlns:a16="http://schemas.microsoft.com/office/drawing/2014/main" id="{78C346C6-2A9B-4C0A-84D7-95C48287BB01}"/>
                </a:ext>
              </a:extLst>
            </p:cNvPr>
            <p:cNvSpPr/>
            <p:nvPr/>
          </p:nvSpPr>
          <p:spPr>
            <a:xfrm>
              <a:off x="904239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</p:sp>
        <p:sp>
          <p:nvSpPr>
            <p:cNvPr id="161" name="Text 60">
              <a:extLst>
                <a:ext uri="{FF2B5EF4-FFF2-40B4-BE49-F238E27FC236}">
                  <a16:creationId xmlns:a16="http://schemas.microsoft.com/office/drawing/2014/main" id="{014AD065-982F-4896-A0A6-974184A4732F}"/>
                </a:ext>
              </a:extLst>
            </p:cNvPr>
            <p:cNvSpPr/>
            <p:nvPr/>
          </p:nvSpPr>
          <p:spPr>
            <a:xfrm>
              <a:off x="1013967" y="5697436"/>
              <a:ext cx="2523744" cy="4274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Elastic</a:t>
              </a:r>
              <a:endParaRPr lang="en-US" sz="1200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26216CE9-D26D-4276-A5D0-0601B07BFD41}"/>
              </a:ext>
            </a:extLst>
          </p:cNvPr>
          <p:cNvGrpSpPr/>
          <p:nvPr/>
        </p:nvGrpSpPr>
        <p:grpSpPr>
          <a:xfrm>
            <a:off x="4607559" y="5347226"/>
            <a:ext cx="2743200" cy="502920"/>
            <a:chOff x="4712715" y="5659717"/>
            <a:chExt cx="2743200" cy="502920"/>
          </a:xfrm>
        </p:grpSpPr>
        <p:sp>
          <p:nvSpPr>
            <p:cNvPr id="162" name="Shape 61">
              <a:extLst>
                <a:ext uri="{FF2B5EF4-FFF2-40B4-BE49-F238E27FC236}">
                  <a16:creationId xmlns:a16="http://schemas.microsoft.com/office/drawing/2014/main" id="{C18E7B68-4DC8-45A5-BC96-A3F71E35E5AF}"/>
                </a:ext>
              </a:extLst>
            </p:cNvPr>
            <p:cNvSpPr/>
            <p:nvPr/>
          </p:nvSpPr>
          <p:spPr>
            <a:xfrm>
              <a:off x="4712715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296EE1B2-0AA0-4FA7-8AD7-B6DAD89FD6C6}"/>
                </a:ext>
              </a:extLst>
            </p:cNvPr>
            <p:cNvGrpSpPr/>
            <p:nvPr/>
          </p:nvGrpSpPr>
          <p:grpSpPr>
            <a:xfrm>
              <a:off x="4822443" y="5703837"/>
              <a:ext cx="2523744" cy="414680"/>
              <a:chOff x="4822443" y="5732869"/>
              <a:chExt cx="2523744" cy="414680"/>
            </a:xfrm>
          </p:grpSpPr>
          <p:sp>
            <p:nvSpPr>
              <p:cNvPr id="163" name="Text 62">
                <a:extLst>
                  <a:ext uri="{FF2B5EF4-FFF2-40B4-BE49-F238E27FC236}">
                    <a16:creationId xmlns:a16="http://schemas.microsoft.com/office/drawing/2014/main" id="{DC132FEB-F811-4BF4-AE53-01684C1837B6}"/>
                  </a:ext>
                </a:extLst>
              </p:cNvPr>
              <p:cNvSpPr/>
              <p:nvPr/>
            </p:nvSpPr>
            <p:spPr>
              <a:xfrm>
                <a:off x="4822443" y="5732869"/>
                <a:ext cx="2523744" cy="27660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Redis</a:t>
                </a:r>
                <a:endParaRPr lang="en-US" sz="1200" dirty="0"/>
              </a:p>
            </p:txBody>
          </p:sp>
          <p:sp>
            <p:nvSpPr>
              <p:cNvPr id="164" name="Text 63">
                <a:extLst>
                  <a:ext uri="{FF2B5EF4-FFF2-40B4-BE49-F238E27FC236}">
                    <a16:creationId xmlns:a16="http://schemas.microsoft.com/office/drawing/2014/main" id="{03A6EB30-2F91-4108-9618-EFAD6CC7BDF8}"/>
                  </a:ext>
                </a:extLst>
              </p:cNvPr>
              <p:cNvSpPr/>
              <p:nvPr/>
            </p:nvSpPr>
            <p:spPr>
              <a:xfrm>
                <a:off x="4822443" y="5936323"/>
                <a:ext cx="2523744" cy="21122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캐시/세션</a:t>
                </a:r>
                <a:endParaRPr lang="en-US" sz="900" dirty="0"/>
              </a:p>
            </p:txBody>
          </p:sp>
        </p:grp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A8931AC1-C426-4755-96D7-674132DDD8A4}"/>
              </a:ext>
            </a:extLst>
          </p:cNvPr>
          <p:cNvGrpSpPr/>
          <p:nvPr/>
        </p:nvGrpSpPr>
        <p:grpSpPr>
          <a:xfrm>
            <a:off x="8402319" y="5347226"/>
            <a:ext cx="2743200" cy="502920"/>
            <a:chOff x="8539479" y="5659717"/>
            <a:chExt cx="2743200" cy="502920"/>
          </a:xfrm>
        </p:grpSpPr>
        <p:sp>
          <p:nvSpPr>
            <p:cNvPr id="165" name="Shape 64">
              <a:extLst>
                <a:ext uri="{FF2B5EF4-FFF2-40B4-BE49-F238E27FC236}">
                  <a16:creationId xmlns:a16="http://schemas.microsoft.com/office/drawing/2014/main" id="{83F45A9D-E987-4250-A14B-A8FACC052647}"/>
                </a:ext>
              </a:extLst>
            </p:cNvPr>
            <p:cNvSpPr/>
            <p:nvPr/>
          </p:nvSpPr>
          <p:spPr>
            <a:xfrm>
              <a:off x="8539479" y="56597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A1B9A"/>
              </a:solidFill>
              <a:prstDash val="solid"/>
            </a:ln>
          </p:spPr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23AFBB44-419E-44A9-AFD1-93764364A32B}"/>
                </a:ext>
              </a:extLst>
            </p:cNvPr>
            <p:cNvGrpSpPr/>
            <p:nvPr/>
          </p:nvGrpSpPr>
          <p:grpSpPr>
            <a:xfrm>
              <a:off x="8649207" y="5703837"/>
              <a:ext cx="2523744" cy="414680"/>
              <a:chOff x="8649207" y="5732869"/>
              <a:chExt cx="2523744" cy="414680"/>
            </a:xfrm>
          </p:grpSpPr>
          <p:sp>
            <p:nvSpPr>
              <p:cNvPr id="166" name="Text 65">
                <a:extLst>
                  <a:ext uri="{FF2B5EF4-FFF2-40B4-BE49-F238E27FC236}">
                    <a16:creationId xmlns:a16="http://schemas.microsoft.com/office/drawing/2014/main" id="{BC3F105B-3B5A-4806-8D58-ADD221A5DDFB}"/>
                  </a:ext>
                </a:extLst>
              </p:cNvPr>
              <p:cNvSpPr/>
              <p:nvPr/>
            </p:nvSpPr>
            <p:spPr>
              <a:xfrm>
                <a:off x="8649207" y="5732869"/>
                <a:ext cx="2523744" cy="27660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1F1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MinIO + ClamAV</a:t>
                </a:r>
                <a:endParaRPr lang="en-US" sz="1100" dirty="0"/>
              </a:p>
            </p:txBody>
          </p:sp>
          <p:sp>
            <p:nvSpPr>
              <p:cNvPr id="167" name="Text 66">
                <a:extLst>
                  <a:ext uri="{FF2B5EF4-FFF2-40B4-BE49-F238E27FC236}">
                    <a16:creationId xmlns:a16="http://schemas.microsoft.com/office/drawing/2014/main" id="{DFDE20ED-A046-49DC-BEE1-28199B74A7A8}"/>
                  </a:ext>
                </a:extLst>
              </p:cNvPr>
              <p:cNvSpPr/>
              <p:nvPr/>
            </p:nvSpPr>
            <p:spPr>
              <a:xfrm>
                <a:off x="8649207" y="5936323"/>
                <a:ext cx="2523744" cy="21122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40404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파일/이미지/썸네일</a:t>
                </a:r>
                <a:endParaRPr lang="en-US" sz="900" dirty="0"/>
              </a:p>
            </p:txBody>
          </p:sp>
        </p:grp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2087E377-CFF1-4F6E-A323-363DB2D510C3}"/>
              </a:ext>
            </a:extLst>
          </p:cNvPr>
          <p:cNvGrpSpPr/>
          <p:nvPr/>
        </p:nvGrpSpPr>
        <p:grpSpPr>
          <a:xfrm>
            <a:off x="4607559" y="6099260"/>
            <a:ext cx="2743200" cy="502920"/>
            <a:chOff x="4712715" y="6574117"/>
            <a:chExt cx="2743200" cy="502920"/>
          </a:xfrm>
        </p:grpSpPr>
        <p:sp>
          <p:nvSpPr>
            <p:cNvPr id="168" name="Shape 70">
              <a:extLst>
                <a:ext uri="{FF2B5EF4-FFF2-40B4-BE49-F238E27FC236}">
                  <a16:creationId xmlns:a16="http://schemas.microsoft.com/office/drawing/2014/main" id="{5E63452A-63AB-497A-871F-B31A536A92C0}"/>
                </a:ext>
              </a:extLst>
            </p:cNvPr>
            <p:cNvSpPr/>
            <p:nvPr/>
          </p:nvSpPr>
          <p:spPr>
            <a:xfrm>
              <a:off x="4712715" y="6574117"/>
              <a:ext cx="2743200" cy="5029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66666"/>
              </a:solidFill>
              <a:prstDash val="solid"/>
            </a:ln>
          </p:spPr>
        </p:sp>
        <p:sp>
          <p:nvSpPr>
            <p:cNvPr id="169" name="Text 71">
              <a:extLst>
                <a:ext uri="{FF2B5EF4-FFF2-40B4-BE49-F238E27FC236}">
                  <a16:creationId xmlns:a16="http://schemas.microsoft.com/office/drawing/2014/main" id="{FC7DD87F-4964-4B36-A21F-2C513BB48B16}"/>
                </a:ext>
              </a:extLst>
            </p:cNvPr>
            <p:cNvSpPr/>
            <p:nvPr/>
          </p:nvSpPr>
          <p:spPr>
            <a:xfrm>
              <a:off x="4822443" y="6611836"/>
              <a:ext cx="2523744" cy="4274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1F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PostgreSQL</a:t>
              </a:r>
              <a:endParaRPr lang="en-US" sz="1200" dirty="0"/>
            </a:p>
          </p:txBody>
        </p:sp>
      </p:grp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3047A2C-9ACE-4BEB-AF5B-9A25265F8913}"/>
              </a:ext>
            </a:extLst>
          </p:cNvPr>
          <p:cNvCxnSpPr>
            <a:cxnSpLocks/>
            <a:stCxn id="117" idx="2"/>
            <a:endCxn id="139" idx="0"/>
          </p:cNvCxnSpPr>
          <p:nvPr/>
        </p:nvCxnSpPr>
        <p:spPr>
          <a:xfrm>
            <a:off x="218439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3053716A-F86C-4F20-A84D-E525DBE67496}"/>
              </a:ext>
            </a:extLst>
          </p:cNvPr>
          <p:cNvCxnSpPr>
            <a:cxnSpLocks/>
            <a:stCxn id="139" idx="2"/>
            <a:endCxn id="148" idx="0"/>
          </p:cNvCxnSpPr>
          <p:nvPr/>
        </p:nvCxnSpPr>
        <p:spPr>
          <a:xfrm>
            <a:off x="218439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7192D45C-77AA-46EF-97C2-37201E35B979}"/>
              </a:ext>
            </a:extLst>
          </p:cNvPr>
          <p:cNvCxnSpPr>
            <a:cxnSpLocks/>
            <a:stCxn id="148" idx="2"/>
            <a:endCxn id="160" idx="0"/>
          </p:cNvCxnSpPr>
          <p:nvPr/>
        </p:nvCxnSpPr>
        <p:spPr>
          <a:xfrm>
            <a:off x="218439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D840BAAC-D1CA-4553-9F26-9B3B5257AA6D}"/>
              </a:ext>
            </a:extLst>
          </p:cNvPr>
          <p:cNvCxnSpPr>
            <a:cxnSpLocks/>
            <a:stCxn id="120" idx="2"/>
            <a:endCxn id="142" idx="0"/>
          </p:cNvCxnSpPr>
          <p:nvPr/>
        </p:nvCxnSpPr>
        <p:spPr>
          <a:xfrm>
            <a:off x="597915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1E272BA6-9A73-4C61-A672-BED4781DC4F6}"/>
              </a:ext>
            </a:extLst>
          </p:cNvPr>
          <p:cNvCxnSpPr>
            <a:cxnSpLocks/>
            <a:stCxn id="142" idx="2"/>
            <a:endCxn id="151" idx="0"/>
          </p:cNvCxnSpPr>
          <p:nvPr/>
        </p:nvCxnSpPr>
        <p:spPr>
          <a:xfrm>
            <a:off x="597915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A6A00542-7F7D-49CF-A3E8-1E473EAB5C85}"/>
              </a:ext>
            </a:extLst>
          </p:cNvPr>
          <p:cNvCxnSpPr>
            <a:cxnSpLocks/>
            <a:stCxn id="151" idx="2"/>
            <a:endCxn id="162" idx="0"/>
          </p:cNvCxnSpPr>
          <p:nvPr/>
        </p:nvCxnSpPr>
        <p:spPr>
          <a:xfrm>
            <a:off x="597915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D374A4D2-2292-4694-B1DD-449CB35624D1}"/>
              </a:ext>
            </a:extLst>
          </p:cNvPr>
          <p:cNvCxnSpPr>
            <a:cxnSpLocks/>
            <a:stCxn id="162" idx="2"/>
            <a:endCxn id="168" idx="0"/>
          </p:cNvCxnSpPr>
          <p:nvPr/>
        </p:nvCxnSpPr>
        <p:spPr>
          <a:xfrm>
            <a:off x="5979159" y="5850146"/>
            <a:ext cx="0" cy="249114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7F326AEF-04D2-4231-969C-241602560F5B}"/>
              </a:ext>
            </a:extLst>
          </p:cNvPr>
          <p:cNvCxnSpPr>
            <a:cxnSpLocks/>
            <a:stCxn id="123" idx="2"/>
            <a:endCxn id="145" idx="0"/>
          </p:cNvCxnSpPr>
          <p:nvPr/>
        </p:nvCxnSpPr>
        <p:spPr>
          <a:xfrm>
            <a:off x="9773919" y="3466031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CB16E66-2BC4-45DB-9675-1B959CEAF1C3}"/>
              </a:ext>
            </a:extLst>
          </p:cNvPr>
          <p:cNvCxnSpPr>
            <a:cxnSpLocks/>
            <a:stCxn id="145" idx="2"/>
            <a:endCxn id="154" idx="0"/>
          </p:cNvCxnSpPr>
          <p:nvPr/>
        </p:nvCxnSpPr>
        <p:spPr>
          <a:xfrm>
            <a:off x="9773919" y="4282072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5AF4B93-50FD-465E-A28C-37A5067B27D7}"/>
              </a:ext>
            </a:extLst>
          </p:cNvPr>
          <p:cNvCxnSpPr>
            <a:cxnSpLocks/>
            <a:stCxn id="154" idx="2"/>
            <a:endCxn id="165" idx="0"/>
          </p:cNvCxnSpPr>
          <p:nvPr/>
        </p:nvCxnSpPr>
        <p:spPr>
          <a:xfrm>
            <a:off x="9773919" y="5098113"/>
            <a:ext cx="0" cy="249113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E80B2678-656C-4BA2-8B9A-113B2AAB546C}"/>
              </a:ext>
            </a:extLst>
          </p:cNvPr>
          <p:cNvCxnSpPr>
            <a:cxnSpLocks/>
            <a:stCxn id="151" idx="1"/>
            <a:endCxn id="148" idx="3"/>
          </p:cNvCxnSpPr>
          <p:nvPr/>
        </p:nvCxnSpPr>
        <p:spPr>
          <a:xfrm flipH="1">
            <a:off x="3967479" y="4814649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684B9C88-068B-46C6-B6E7-43553640F9E5}"/>
              </a:ext>
            </a:extLst>
          </p:cNvPr>
          <p:cNvCxnSpPr>
            <a:cxnSpLocks/>
            <a:stCxn id="151" idx="3"/>
            <a:endCxn id="154" idx="1"/>
          </p:cNvCxnSpPr>
          <p:nvPr/>
        </p:nvCxnSpPr>
        <p:spPr>
          <a:xfrm>
            <a:off x="7762239" y="4814649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DEECFA19-E7CB-4C22-B81A-263BEDD1B5E1}"/>
              </a:ext>
            </a:extLst>
          </p:cNvPr>
          <p:cNvCxnSpPr>
            <a:stCxn id="117" idx="3"/>
            <a:endCxn id="120" idx="1"/>
          </p:cNvCxnSpPr>
          <p:nvPr/>
        </p:nvCxnSpPr>
        <p:spPr>
          <a:xfrm>
            <a:off x="3967479" y="3182567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9E80F662-38D4-4D18-9713-A3ABB0B4B788}"/>
              </a:ext>
            </a:extLst>
          </p:cNvPr>
          <p:cNvCxnSpPr>
            <a:cxnSpLocks/>
            <a:stCxn id="120" idx="3"/>
            <a:endCxn id="123" idx="1"/>
          </p:cNvCxnSpPr>
          <p:nvPr/>
        </p:nvCxnSpPr>
        <p:spPr>
          <a:xfrm>
            <a:off x="7762239" y="3182567"/>
            <a:ext cx="228600" cy="0"/>
          </a:xfrm>
          <a:prstGeom prst="straightConnector1">
            <a:avLst/>
          </a:prstGeom>
          <a:ln>
            <a:solidFill>
              <a:srgbClr val="66666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그림 108">
            <a:extLst>
              <a:ext uri="{FF2B5EF4-FFF2-40B4-BE49-F238E27FC236}">
                <a16:creationId xmlns:a16="http://schemas.microsoft.com/office/drawing/2014/main" id="{097851E1-91E6-4AED-A18A-C3200AF7F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8" b="24923"/>
          <a:stretch/>
        </p:blipFill>
        <p:spPr>
          <a:xfrm>
            <a:off x="10438842" y="6299569"/>
            <a:ext cx="1468678" cy="31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7B82C9-A065-41CF-BA1A-57A17317DD03}"/>
              </a:ext>
            </a:extLst>
          </p:cNvPr>
          <p:cNvSpPr/>
          <p:nvPr/>
        </p:nvSpPr>
        <p:spPr>
          <a:xfrm>
            <a:off x="9119127" y="1074799"/>
            <a:ext cx="2788393" cy="5076984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C3B87-3DE1-4781-876A-6A564889430E}"/>
              </a:ext>
            </a:extLst>
          </p:cNvPr>
          <p:cNvSpPr txBox="1"/>
          <p:nvPr/>
        </p:nvSpPr>
        <p:spPr>
          <a:xfrm>
            <a:off x="9212872" y="1229775"/>
            <a:ext cx="260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2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절차</a:t>
            </a:r>
            <a:endParaRPr lang="en-US" altLang="ko-KR" sz="1200" b="1" kern="0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DEB4D0-142A-49F5-90C3-7492E21AE835}"/>
              </a:ext>
            </a:extLst>
          </p:cNvPr>
          <p:cNvSpPr/>
          <p:nvPr/>
        </p:nvSpPr>
        <p:spPr>
          <a:xfrm>
            <a:off x="248130" y="1075432"/>
            <a:ext cx="8870997" cy="5076984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249D1F6-75C9-46A0-A575-54E872417F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8" b="24923"/>
          <a:stretch/>
        </p:blipFill>
        <p:spPr>
          <a:xfrm>
            <a:off x="10438842" y="6299569"/>
            <a:ext cx="1468678" cy="318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5A6754-18F1-4FD3-A7A8-3930B666EC20}"/>
              </a:ext>
            </a:extLst>
          </p:cNvPr>
          <p:cNvSpPr txBox="1"/>
          <p:nvPr/>
        </p:nvSpPr>
        <p:spPr>
          <a:xfrm>
            <a:off x="248130" y="756284"/>
            <a:ext cx="3947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en-US" altLang="ko-KR" sz="1100" b="1" kern="0" dirty="0">
                <a:latin typeface="+mn-ea"/>
              </a:rPr>
              <a:t>1-1. VPN </a:t>
            </a:r>
            <a:r>
              <a:rPr lang="ko-KR" altLang="en-US" sz="1100" b="1" kern="0" dirty="0">
                <a:latin typeface="+mn-ea"/>
              </a:rPr>
              <a:t>관련 자료 참조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3C4FE7-B2E6-4683-8482-5778E6F4338A}"/>
              </a:ext>
            </a:extLst>
          </p:cNvPr>
          <p:cNvSpPr/>
          <p:nvPr/>
        </p:nvSpPr>
        <p:spPr>
          <a:xfrm>
            <a:off x="0" y="0"/>
            <a:ext cx="12185978" cy="679849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9DC1F-1084-406E-B88B-B813A477632B}"/>
              </a:ext>
            </a:extLst>
          </p:cNvPr>
          <p:cNvSpPr txBox="1"/>
          <p:nvPr/>
        </p:nvSpPr>
        <p:spPr>
          <a:xfrm>
            <a:off x="734393" y="252613"/>
            <a:ext cx="260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400" b="1" kern="0" dirty="0">
                <a:latin typeface="+mn-ea"/>
              </a:rPr>
              <a:t>메시징 시스템 구축</a:t>
            </a:r>
            <a:endParaRPr lang="en-US" altLang="ko-KR" sz="1400" b="1" kern="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1C9A6-6BA2-439B-9DBF-01AD52530C9E}"/>
              </a:ext>
            </a:extLst>
          </p:cNvPr>
          <p:cNvSpPr txBox="1"/>
          <p:nvPr/>
        </p:nvSpPr>
        <p:spPr>
          <a:xfrm>
            <a:off x="152399" y="104589"/>
            <a:ext cx="679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01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E614AA-A91D-432C-BEE4-F1F9FC0E9BEA}"/>
              </a:ext>
            </a:extLst>
          </p:cNvPr>
          <p:cNvCxnSpPr>
            <a:cxnSpLocks/>
          </p:cNvCxnSpPr>
          <p:nvPr/>
        </p:nvCxnSpPr>
        <p:spPr>
          <a:xfrm flipV="1">
            <a:off x="11921089" y="252614"/>
            <a:ext cx="0" cy="30777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9D76D0-45F3-43E6-B572-D228E7E05BC9}"/>
              </a:ext>
            </a:extLst>
          </p:cNvPr>
          <p:cNvSpPr/>
          <p:nvPr/>
        </p:nvSpPr>
        <p:spPr>
          <a:xfrm rot="16200000">
            <a:off x="6038850" y="727261"/>
            <a:ext cx="114300" cy="1219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28B4A2-7C14-4260-9FED-1C399D5EBD47}"/>
              </a:ext>
            </a:extLst>
          </p:cNvPr>
          <p:cNvSpPr txBox="1"/>
          <p:nvPr/>
        </p:nvSpPr>
        <p:spPr>
          <a:xfrm>
            <a:off x="9212872" y="1569864"/>
            <a:ext cx="26009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다음의 주소로 접속한다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https://hdsteel-ptrvpn.hyundai.net/public/share/userguide.html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2. VPN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사용 가이드를 숙지한다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3. VPN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설치파일을 다운로드 받고 설치를 진행한다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26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7B82C9-A065-41CF-BA1A-57A17317DD03}"/>
              </a:ext>
            </a:extLst>
          </p:cNvPr>
          <p:cNvSpPr/>
          <p:nvPr/>
        </p:nvSpPr>
        <p:spPr>
          <a:xfrm>
            <a:off x="9119127" y="1074799"/>
            <a:ext cx="2788393" cy="5076984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C3B87-3DE1-4781-876A-6A564889430E}"/>
              </a:ext>
            </a:extLst>
          </p:cNvPr>
          <p:cNvSpPr txBox="1"/>
          <p:nvPr/>
        </p:nvSpPr>
        <p:spPr>
          <a:xfrm>
            <a:off x="9212872" y="1229775"/>
            <a:ext cx="260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200" b="1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절차</a:t>
            </a:r>
            <a:endParaRPr lang="en-US" altLang="ko-KR" sz="1200" b="1" kern="0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DEB4D0-142A-49F5-90C3-7492E21AE835}"/>
              </a:ext>
            </a:extLst>
          </p:cNvPr>
          <p:cNvSpPr/>
          <p:nvPr/>
        </p:nvSpPr>
        <p:spPr>
          <a:xfrm>
            <a:off x="248130" y="1075432"/>
            <a:ext cx="8870997" cy="5076984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249D1F6-75C9-46A0-A575-54E872417F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8" b="24923"/>
          <a:stretch/>
        </p:blipFill>
        <p:spPr>
          <a:xfrm>
            <a:off x="10438842" y="6299569"/>
            <a:ext cx="1468678" cy="318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5A6754-18F1-4FD3-A7A8-3930B666EC20}"/>
              </a:ext>
            </a:extLst>
          </p:cNvPr>
          <p:cNvSpPr txBox="1"/>
          <p:nvPr/>
        </p:nvSpPr>
        <p:spPr>
          <a:xfrm>
            <a:off x="248130" y="756284"/>
            <a:ext cx="3947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en-US" altLang="ko-KR" sz="1100" b="1" kern="0" dirty="0">
                <a:latin typeface="+mn-ea"/>
              </a:rPr>
              <a:t>1-1. VPN </a:t>
            </a:r>
            <a:r>
              <a:rPr lang="ko-KR" altLang="en-US" sz="1100" b="1" kern="0" dirty="0">
                <a:latin typeface="+mn-ea"/>
              </a:rPr>
              <a:t>관련 자료 참조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3C4FE7-B2E6-4683-8482-5778E6F4338A}"/>
              </a:ext>
            </a:extLst>
          </p:cNvPr>
          <p:cNvSpPr/>
          <p:nvPr/>
        </p:nvSpPr>
        <p:spPr>
          <a:xfrm>
            <a:off x="0" y="0"/>
            <a:ext cx="12185978" cy="679849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C9DC1F-1084-406E-B88B-B813A477632B}"/>
              </a:ext>
            </a:extLst>
          </p:cNvPr>
          <p:cNvSpPr txBox="1"/>
          <p:nvPr/>
        </p:nvSpPr>
        <p:spPr>
          <a:xfrm>
            <a:off x="734393" y="252613"/>
            <a:ext cx="260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200"/>
              </a:spcBef>
              <a:defRPr/>
            </a:pPr>
            <a:r>
              <a:rPr lang="ko-KR" altLang="en-US" sz="1400" b="1" kern="0" dirty="0">
                <a:latin typeface="+mn-ea"/>
              </a:rPr>
              <a:t>오픈소스 메시징 시스템 조사</a:t>
            </a:r>
            <a:endParaRPr lang="en-US" altLang="ko-KR" sz="1400" b="1" kern="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1C9A6-6BA2-439B-9DBF-01AD52530C9E}"/>
              </a:ext>
            </a:extLst>
          </p:cNvPr>
          <p:cNvSpPr txBox="1"/>
          <p:nvPr/>
        </p:nvSpPr>
        <p:spPr>
          <a:xfrm>
            <a:off x="152399" y="104589"/>
            <a:ext cx="679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02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E614AA-A91D-432C-BEE4-F1F9FC0E9BEA}"/>
              </a:ext>
            </a:extLst>
          </p:cNvPr>
          <p:cNvCxnSpPr>
            <a:cxnSpLocks/>
          </p:cNvCxnSpPr>
          <p:nvPr/>
        </p:nvCxnSpPr>
        <p:spPr>
          <a:xfrm flipV="1">
            <a:off x="11921089" y="252614"/>
            <a:ext cx="0" cy="30777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9D76D0-45F3-43E6-B572-D228E7E05BC9}"/>
              </a:ext>
            </a:extLst>
          </p:cNvPr>
          <p:cNvSpPr/>
          <p:nvPr/>
        </p:nvSpPr>
        <p:spPr>
          <a:xfrm rot="16200000">
            <a:off x="6038850" y="727261"/>
            <a:ext cx="114300" cy="1219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28B4A2-7C14-4260-9FED-1C399D5EBD47}"/>
              </a:ext>
            </a:extLst>
          </p:cNvPr>
          <p:cNvSpPr txBox="1"/>
          <p:nvPr/>
        </p:nvSpPr>
        <p:spPr>
          <a:xfrm>
            <a:off x="9212872" y="1569864"/>
            <a:ext cx="26009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다음의 주소로 접속한다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https://hdsteel-ptrvpn.hyundai.net/public/share/userguide.html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2. VPN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사용 가이드를 숙지한다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3. VPN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설치파일을 다운로드 받고 설치를 진행한다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6278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5038</TotalTime>
  <Words>323</Words>
  <Application>Microsoft Office PowerPoint</Application>
  <PresentationFormat>와이드스크린</PresentationFormat>
  <Paragraphs>94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인우 백</cp:lastModifiedBy>
  <cp:revision>202</cp:revision>
  <dcterms:created xsi:type="dcterms:W3CDTF">2021-01-21T02:05:40Z</dcterms:created>
  <dcterms:modified xsi:type="dcterms:W3CDTF">2026-02-24T08:23:00Z</dcterms:modified>
</cp:coreProperties>
</file>